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937"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11" name="Picture 10" descr="Celestia-R1---OverlayTitleS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7397750" cy="6858000"/>
          </a:xfrm>
          <a:prstGeom prst="rect">
            <a:avLst/>
          </a:prstGeom>
        </p:spPr>
      </p:pic>
      <p:sp>
        <p:nvSpPr>
          <p:cNvPr id="2" name="Title 1"/>
          <p:cNvSpPr>
            <a:spLocks noGrp="1"/>
          </p:cNvSpPr>
          <p:nvPr>
            <p:ph type="ctrTitle"/>
          </p:nvPr>
        </p:nvSpPr>
        <p:spPr>
          <a:xfrm>
            <a:off x="2743973" y="1964267"/>
            <a:ext cx="5714228" cy="2421464"/>
          </a:xfrm>
        </p:spPr>
        <p:txBody>
          <a:bodyPr anchor="b">
            <a:normAutofit/>
          </a:bodyPr>
          <a:lstStyle>
            <a:lvl1pPr algn="r">
              <a:defRPr sz="4400">
                <a:effectLst/>
              </a:defRPr>
            </a:lvl1pPr>
          </a:lstStyle>
          <a:p>
            <a:r>
              <a:rPr lang="en-GB"/>
              <a:t>Click to edit Master title style</a:t>
            </a:r>
            <a:endParaRPr lang="en-US" dirty="0"/>
          </a:p>
        </p:txBody>
      </p:sp>
      <p:sp>
        <p:nvSpPr>
          <p:cNvPr id="3" name="Subtitle 2"/>
          <p:cNvSpPr>
            <a:spLocks noGrp="1"/>
          </p:cNvSpPr>
          <p:nvPr>
            <p:ph type="subTitle" idx="1"/>
          </p:nvPr>
        </p:nvSpPr>
        <p:spPr>
          <a:xfrm>
            <a:off x="2743973" y="4385733"/>
            <a:ext cx="5714228" cy="1405467"/>
          </a:xfrm>
        </p:spPr>
        <p:txBody>
          <a:bodyPr anchor="t">
            <a:normAutofit/>
          </a:bodyPr>
          <a:lstStyle>
            <a:lvl1pPr marL="0" indent="0" algn="r">
              <a:buNone/>
              <a:defRPr sz="1800" cap="all">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GB"/>
              <a:t>Click to edit Master subtitle style</a:t>
            </a:r>
            <a:endParaRPr lang="en-US" dirty="0"/>
          </a:p>
        </p:txBody>
      </p:sp>
      <p:sp>
        <p:nvSpPr>
          <p:cNvPr id="4" name="Date Placeholder 3"/>
          <p:cNvSpPr>
            <a:spLocks noGrp="1"/>
          </p:cNvSpPr>
          <p:nvPr>
            <p:ph type="dt" sz="half" idx="10"/>
          </p:nvPr>
        </p:nvSpPr>
        <p:spPr>
          <a:xfrm>
            <a:off x="6752311" y="5870576"/>
            <a:ext cx="1212173" cy="377825"/>
          </a:xfrm>
        </p:spPr>
        <p:txBody>
          <a:bodyPr/>
          <a:lstStyle/>
          <a:p>
            <a:fld id="{B61BEF0D-F0BB-DE4B-95CE-6DB70DBA9567}" type="datetimeFigureOut">
              <a:rPr lang="en-US" dirty="0"/>
              <a:pPr/>
              <a:t>2/2/23</a:t>
            </a:fld>
            <a:endParaRPr lang="en-US" dirty="0"/>
          </a:p>
        </p:txBody>
      </p:sp>
      <p:sp>
        <p:nvSpPr>
          <p:cNvPr id="5" name="Footer Placeholder 4"/>
          <p:cNvSpPr>
            <a:spLocks noGrp="1"/>
          </p:cNvSpPr>
          <p:nvPr>
            <p:ph type="ftr" sz="quarter" idx="11"/>
          </p:nvPr>
        </p:nvSpPr>
        <p:spPr>
          <a:xfrm>
            <a:off x="2743973" y="5870576"/>
            <a:ext cx="3932137" cy="377825"/>
          </a:xfrm>
        </p:spPr>
        <p:txBody>
          <a:bodyPr/>
          <a:lstStyle/>
          <a:p>
            <a:endParaRPr lang="en-US" dirty="0"/>
          </a:p>
        </p:txBody>
      </p:sp>
      <p:sp>
        <p:nvSpPr>
          <p:cNvPr id="6" name="Slide Number Placeholder 5"/>
          <p:cNvSpPr>
            <a:spLocks noGrp="1"/>
          </p:cNvSpPr>
          <p:nvPr>
            <p:ph type="sldNum" sz="quarter" idx="12"/>
          </p:nvPr>
        </p:nvSpPr>
        <p:spPr>
          <a:xfrm>
            <a:off x="8040685" y="5870576"/>
            <a:ext cx="417516" cy="377825"/>
          </a:xfrm>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204498529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8" name="Picture 7" descr="Celestia-R1---OverlayContentS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956" y="0"/>
            <a:ext cx="9118600" cy="6858000"/>
          </a:xfrm>
          <a:prstGeom prst="rect">
            <a:avLst/>
          </a:prstGeom>
        </p:spPr>
      </p:pic>
      <p:sp>
        <p:nvSpPr>
          <p:cNvPr id="2" name="Title 1"/>
          <p:cNvSpPr>
            <a:spLocks noGrp="1"/>
          </p:cNvSpPr>
          <p:nvPr>
            <p:ph type="title"/>
          </p:nvPr>
        </p:nvSpPr>
        <p:spPr/>
        <p:txBody>
          <a:bodyPr>
            <a:normAutofit/>
          </a:bodyPr>
          <a:lstStyle>
            <a:lvl1pPr>
              <a:defRPr sz="2800"/>
            </a:lvl1pPr>
          </a:lstStyle>
          <a:p>
            <a:r>
              <a:rPr lang="en-GB"/>
              <a:t>Click to edit Master title style</a:t>
            </a:r>
            <a:endParaRPr lang="en-US" dirty="0"/>
          </a:p>
        </p:txBody>
      </p:sp>
      <p:sp>
        <p:nvSpPr>
          <p:cNvPr id="3" name="Content Placeholder 2"/>
          <p:cNvSpPr>
            <a:spLocks noGrp="1"/>
          </p:cNvSpPr>
          <p:nvPr>
            <p:ph idx="1"/>
          </p:nvPr>
        </p:nvSpPr>
        <p:spPr/>
        <p:txBody>
          <a:bodyPr anchor="ct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2/2/23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134848513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8" name="Picture 7" descr="Celestia-R1---OverlayContentS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956" y="0"/>
            <a:ext cx="9118600" cy="6858000"/>
          </a:xfrm>
          <a:prstGeom prst="rect">
            <a:avLst/>
          </a:prstGeom>
        </p:spPr>
      </p:pic>
      <p:sp>
        <p:nvSpPr>
          <p:cNvPr id="2" name="Title 1"/>
          <p:cNvSpPr>
            <a:spLocks noGrp="1"/>
          </p:cNvSpPr>
          <p:nvPr>
            <p:ph type="title"/>
          </p:nvPr>
        </p:nvSpPr>
        <p:spPr>
          <a:xfrm>
            <a:off x="457202" y="3308581"/>
            <a:ext cx="7772400" cy="1468800"/>
          </a:xfrm>
        </p:spPr>
        <p:txBody>
          <a:bodyPr anchor="b">
            <a:normAutofit/>
          </a:bodyPr>
          <a:lstStyle>
            <a:lvl1pPr algn="l">
              <a:defRPr sz="3200" b="0" cap="all"/>
            </a:lvl1pPr>
          </a:lstStyle>
          <a:p>
            <a:r>
              <a:rPr lang="en-GB"/>
              <a:t>Click to edit Master title style</a:t>
            </a:r>
            <a:endParaRPr lang="en-US" dirty="0"/>
          </a:p>
        </p:txBody>
      </p:sp>
      <p:sp>
        <p:nvSpPr>
          <p:cNvPr id="3" name="Text Placeholder 2"/>
          <p:cNvSpPr>
            <a:spLocks noGrp="1"/>
          </p:cNvSpPr>
          <p:nvPr>
            <p:ph type="body" idx="1"/>
          </p:nvPr>
        </p:nvSpPr>
        <p:spPr>
          <a:xfrm>
            <a:off x="457201" y="4777381"/>
            <a:ext cx="7772400" cy="860400"/>
          </a:xfrm>
        </p:spPr>
        <p:txBody>
          <a:bodyPr anchor="t">
            <a:normAutofit/>
          </a:bodyPr>
          <a:lstStyle>
            <a:lvl1pPr marL="0" indent="0" algn="l">
              <a:buNone/>
              <a:defRPr sz="1800" cap="all">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2/2/23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238096342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10" name="Picture 9" descr="Celestia-R1---OverlayContentS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956" y="0"/>
            <a:ext cx="9118600" cy="6858000"/>
          </a:xfrm>
          <a:prstGeom prst="rect">
            <a:avLst/>
          </a:prstGeom>
        </p:spPr>
      </p:pic>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sz="half" idx="1"/>
          </p:nvPr>
        </p:nvSpPr>
        <p:spPr>
          <a:xfrm>
            <a:off x="457201" y="2142068"/>
            <a:ext cx="3813048" cy="3649134"/>
          </a:xfrm>
        </p:spPr>
        <p:txBody>
          <a:bodyPr>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Content Placeholder 3"/>
          <p:cNvSpPr>
            <a:spLocks noGrp="1"/>
          </p:cNvSpPr>
          <p:nvPr>
            <p:ph sz="half" idx="2"/>
          </p:nvPr>
        </p:nvSpPr>
        <p:spPr>
          <a:xfrm>
            <a:off x="4416553" y="2142068"/>
            <a:ext cx="3813048" cy="3649133"/>
          </a:xfrm>
        </p:spPr>
        <p:txBody>
          <a:bodyPr>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Date Placeholder 4"/>
          <p:cNvSpPr>
            <a:spLocks noGrp="1"/>
          </p:cNvSpPr>
          <p:nvPr>
            <p:ph type="dt" sz="half" idx="10"/>
          </p:nvPr>
        </p:nvSpPr>
        <p:spPr/>
        <p:txBody>
          <a:bodyPr/>
          <a:lstStyle/>
          <a:p>
            <a:fld id="{B61BEF0D-F0BB-DE4B-95CE-6DB70DBA9567}" type="datetimeFigureOut">
              <a:rPr lang="en-US" dirty="0"/>
              <a:pPr/>
              <a:t>2/2/23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301958172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13" name="Picture 12" descr="Celestia-R1---OverlayContentS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956" y="0"/>
            <a:ext cx="9118600" cy="6858000"/>
          </a:xfrm>
          <a:prstGeom prst="rect">
            <a:avLst/>
          </a:prstGeom>
        </p:spPr>
      </p:pic>
      <p:sp>
        <p:nvSpPr>
          <p:cNvPr id="2" name="Title 1"/>
          <p:cNvSpPr>
            <a:spLocks noGrp="1"/>
          </p:cNvSpPr>
          <p:nvPr>
            <p:ph type="title"/>
          </p:nvPr>
        </p:nvSpPr>
        <p:spPr/>
        <p:txBody>
          <a:bodyPr>
            <a:normAutofit/>
          </a:bodyPr>
          <a:lstStyle>
            <a:lvl1pPr>
              <a:defRPr sz="3200"/>
            </a:lvl1pPr>
          </a:lstStyle>
          <a:p>
            <a:r>
              <a:rPr lang="en-GB"/>
              <a:t>Click to edit Master title style</a:t>
            </a:r>
            <a:endParaRPr lang="en-US" dirty="0"/>
          </a:p>
        </p:txBody>
      </p:sp>
      <p:sp>
        <p:nvSpPr>
          <p:cNvPr id="3" name="Text Placeholder 2"/>
          <p:cNvSpPr>
            <a:spLocks noGrp="1"/>
          </p:cNvSpPr>
          <p:nvPr>
            <p:ph type="body" idx="1"/>
          </p:nvPr>
        </p:nvSpPr>
        <p:spPr>
          <a:xfrm>
            <a:off x="743480" y="2218267"/>
            <a:ext cx="354060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457200" y="2870201"/>
            <a:ext cx="3813048" cy="2920998"/>
          </a:xfrm>
        </p:spPr>
        <p:txBody>
          <a:bodyPr anchor="t">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Text Placeholder 4"/>
          <p:cNvSpPr>
            <a:spLocks noGrp="1"/>
          </p:cNvSpPr>
          <p:nvPr>
            <p:ph type="body" sz="quarter" idx="3"/>
          </p:nvPr>
        </p:nvSpPr>
        <p:spPr>
          <a:xfrm>
            <a:off x="4711120" y="2218267"/>
            <a:ext cx="3518480"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4416552" y="2870201"/>
            <a:ext cx="3813048" cy="2920998"/>
          </a:xfrm>
        </p:spPr>
        <p:txBody>
          <a:bodyPr anchor="t">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dirty="0"/>
              <a:pPr/>
              <a:t>2/2/23</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1712370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6" name="Picture 5" descr="Celestia-R1---OverlayContentS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956" y="0"/>
            <a:ext cx="9118600" cy="6858000"/>
          </a:xfrm>
          <a:prstGeom prst="rect">
            <a:avLst/>
          </a:prstGeom>
        </p:spPr>
      </p:pic>
      <p:sp>
        <p:nvSpPr>
          <p:cNvPr id="2" name="Title 1"/>
          <p:cNvSpPr>
            <a:spLocks noGrp="1"/>
          </p:cNvSpPr>
          <p:nvPr>
            <p:ph type="title"/>
          </p:nvPr>
        </p:nvSpPr>
        <p:spPr>
          <a:xfrm>
            <a:off x="457201" y="609601"/>
            <a:ext cx="7772400" cy="1456267"/>
          </a:xfrm>
        </p:spPr>
        <p:txBody>
          <a:bodyPr>
            <a:normAutofit/>
          </a:bodyPr>
          <a:lstStyle>
            <a:lvl1pPr>
              <a:defRPr sz="3200"/>
            </a:lvl1pPr>
          </a:lstStyle>
          <a:p>
            <a:r>
              <a:rPr lang="en-GB"/>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dirty="0"/>
              <a:pPr/>
              <a:t>2/2/23</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371969794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5" name="Picture 4" descr="Celestia-R1---OverlayContentS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956" y="0"/>
            <a:ext cx="9118600" cy="6858000"/>
          </a:xfrm>
          <a:prstGeom prst="rect">
            <a:avLst/>
          </a:prstGeom>
        </p:spPr>
      </p:pic>
      <p:sp>
        <p:nvSpPr>
          <p:cNvPr id="2" name="Date Placeholder 1"/>
          <p:cNvSpPr>
            <a:spLocks noGrp="1"/>
          </p:cNvSpPr>
          <p:nvPr>
            <p:ph type="dt" sz="half" idx="10"/>
          </p:nvPr>
        </p:nvSpPr>
        <p:spPr/>
        <p:txBody>
          <a:bodyPr/>
          <a:lstStyle/>
          <a:p>
            <a:fld id="{B61BEF0D-F0BB-DE4B-95CE-6DB70DBA9567}" type="datetimeFigureOut">
              <a:rPr lang="en-US" dirty="0"/>
              <a:pPr/>
              <a:t>2/2/23</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95631838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12" name="Picture 11" descr="Celestia-R1---OverlayContentS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956" y="0"/>
            <a:ext cx="9118600" cy="6858000"/>
          </a:xfrm>
          <a:prstGeom prst="rect">
            <a:avLst/>
          </a:prstGeom>
        </p:spPr>
      </p:pic>
      <p:sp>
        <p:nvSpPr>
          <p:cNvPr id="2" name="Title 1"/>
          <p:cNvSpPr>
            <a:spLocks noGrp="1"/>
          </p:cNvSpPr>
          <p:nvPr>
            <p:ph type="title"/>
          </p:nvPr>
        </p:nvSpPr>
        <p:spPr>
          <a:xfrm>
            <a:off x="461718" y="1557868"/>
            <a:ext cx="2862910" cy="1439332"/>
          </a:xfrm>
        </p:spPr>
        <p:txBody>
          <a:bodyPr anchor="b">
            <a:normAutofit/>
          </a:bodyPr>
          <a:lstStyle>
            <a:lvl1pPr algn="l">
              <a:defRPr sz="2400" b="0"/>
            </a:lvl1pPr>
          </a:lstStyle>
          <a:p>
            <a:r>
              <a:rPr lang="en-GB"/>
              <a:t>Click to edit Master title style</a:t>
            </a:r>
            <a:endParaRPr lang="en-US" dirty="0"/>
          </a:p>
        </p:txBody>
      </p:sp>
      <p:sp>
        <p:nvSpPr>
          <p:cNvPr id="3" name="Content Placeholder 2"/>
          <p:cNvSpPr>
            <a:spLocks noGrp="1"/>
          </p:cNvSpPr>
          <p:nvPr>
            <p:ph idx="1"/>
          </p:nvPr>
        </p:nvSpPr>
        <p:spPr>
          <a:xfrm>
            <a:off x="3606144" y="609601"/>
            <a:ext cx="4627975" cy="5181600"/>
          </a:xfrm>
        </p:spPr>
        <p:txBody>
          <a:bodyPr anchor="ctr">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Text Placeholder 3"/>
          <p:cNvSpPr>
            <a:spLocks noGrp="1"/>
          </p:cNvSpPr>
          <p:nvPr>
            <p:ph type="body" sz="half" idx="2"/>
          </p:nvPr>
        </p:nvSpPr>
        <p:spPr>
          <a:xfrm>
            <a:off x="461718" y="2997200"/>
            <a:ext cx="2862910" cy="1845735"/>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2/2/23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250127640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11" name="Picture 10" descr="Celestia-R1---OverlayContentS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956" y="0"/>
            <a:ext cx="9118600" cy="6858000"/>
          </a:xfrm>
          <a:prstGeom prst="rect">
            <a:avLst/>
          </a:prstGeom>
        </p:spPr>
      </p:pic>
      <p:sp>
        <p:nvSpPr>
          <p:cNvPr id="2" name="Title 1"/>
          <p:cNvSpPr>
            <a:spLocks noGrp="1"/>
          </p:cNvSpPr>
          <p:nvPr>
            <p:ph type="title"/>
          </p:nvPr>
        </p:nvSpPr>
        <p:spPr>
          <a:xfrm>
            <a:off x="462128" y="1735672"/>
            <a:ext cx="4097204" cy="1371600"/>
          </a:xfrm>
        </p:spPr>
        <p:txBody>
          <a:bodyPr anchor="b">
            <a:normAutofit/>
          </a:bodyPr>
          <a:lstStyle>
            <a:lvl1pPr algn="l">
              <a:defRPr sz="2400" b="0"/>
            </a:lvl1pPr>
          </a:lstStyle>
          <a:p>
            <a:r>
              <a:rPr lang="en-GB"/>
              <a:t>Click to edit Master title style</a:t>
            </a:r>
            <a:endParaRPr lang="en-US" dirty="0"/>
          </a:p>
        </p:txBody>
      </p:sp>
      <p:sp>
        <p:nvSpPr>
          <p:cNvPr id="14" name="Picture Placeholder 2"/>
          <p:cNvSpPr>
            <a:spLocks noGrp="1" noChangeAspect="1"/>
          </p:cNvSpPr>
          <p:nvPr>
            <p:ph type="pic" idx="1"/>
          </p:nvPr>
        </p:nvSpPr>
        <p:spPr>
          <a:xfrm>
            <a:off x="5029200" y="914400"/>
            <a:ext cx="3200400" cy="4572000"/>
          </a:xfrm>
          <a:prstGeom prst="roundRect">
            <a:avLst>
              <a:gd name="adj" fmla="val 4280"/>
            </a:avLst>
          </a:prstGeom>
          <a:ln w="50800" cap="sq" cmpd="dbl">
            <a:gradFill flip="none" rotWithShape="1">
              <a:gsLst>
                <a:gs pos="0">
                  <a:srgbClr val="FFFFFF"/>
                </a:gs>
                <a:gs pos="100000">
                  <a:schemeClr val="tx1">
                    <a:alpha val="0"/>
                  </a:schemeClr>
                </a:gs>
              </a:gsLst>
              <a:path path="circle">
                <a:fillToRect l="50000" t="50000" r="50000" b="50000"/>
              </a:path>
              <a:tileRect/>
            </a:gradFill>
            <a:miter lim="800000"/>
          </a:ln>
          <a:effectLst>
            <a:outerShdw blurRad="254000" algn="tl" rotWithShape="0">
              <a:srgbClr val="000000">
                <a:alpha val="43000"/>
              </a:srgbClr>
            </a:outerShdw>
          </a:effectLst>
        </p:spPr>
        <p:txBody>
          <a:bodyPr vert="horz" lIns="91440" tIns="45720" rIns="91440" bIns="45720" rtlCol="0" anchor="t">
            <a:normAutofit/>
          </a:bodyPr>
          <a:lstStyle>
            <a:lvl1pPr>
              <a:defRPr lang="en-US" sz="1600" dirty="0"/>
            </a:lvl1pPr>
          </a:lstStyle>
          <a:p>
            <a:pPr marL="0" lvl="0" indent="0" algn="ctr">
              <a:buNone/>
            </a:pPr>
            <a:r>
              <a:rPr lang="en-GB"/>
              <a:t>Click icon to add picture</a:t>
            </a:r>
            <a:endParaRPr lang="en-US" dirty="0"/>
          </a:p>
        </p:txBody>
      </p:sp>
      <p:sp>
        <p:nvSpPr>
          <p:cNvPr id="4" name="Text Placeholder 3"/>
          <p:cNvSpPr>
            <a:spLocks noGrp="1"/>
          </p:cNvSpPr>
          <p:nvPr>
            <p:ph type="body" sz="half" idx="2"/>
          </p:nvPr>
        </p:nvSpPr>
        <p:spPr>
          <a:xfrm>
            <a:off x="462128" y="3107272"/>
            <a:ext cx="4097204" cy="1828800"/>
          </a:xfrm>
        </p:spPr>
        <p:txBody>
          <a:bodyPr anchor="t">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2/2/23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25345182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10" name="Picture 9" descr="Celestia-R1---OverlayContentS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956" y="0"/>
            <a:ext cx="9118600" cy="6858000"/>
          </a:xfrm>
          <a:prstGeom prst="rect">
            <a:avLst/>
          </a:prstGeom>
        </p:spPr>
      </p:pic>
      <p:sp>
        <p:nvSpPr>
          <p:cNvPr id="2" name="Title 1"/>
          <p:cNvSpPr>
            <a:spLocks noGrp="1"/>
          </p:cNvSpPr>
          <p:nvPr>
            <p:ph type="title"/>
          </p:nvPr>
        </p:nvSpPr>
        <p:spPr>
          <a:xfrm>
            <a:off x="457201" y="4732865"/>
            <a:ext cx="7772400" cy="566738"/>
          </a:xfrm>
        </p:spPr>
        <p:txBody>
          <a:bodyPr anchor="b">
            <a:normAutofit/>
          </a:bodyPr>
          <a:lstStyle>
            <a:lvl1pPr algn="l">
              <a:defRPr sz="2000" b="0"/>
            </a:lvl1pPr>
          </a:lstStyle>
          <a:p>
            <a:r>
              <a:rPr lang="en-GB"/>
              <a:t>Click to edit Master title style</a:t>
            </a:r>
            <a:endParaRPr lang="en-US" dirty="0"/>
          </a:p>
        </p:txBody>
      </p:sp>
      <p:sp>
        <p:nvSpPr>
          <p:cNvPr id="3" name="Picture Placeholder 2"/>
          <p:cNvSpPr>
            <a:spLocks noGrp="1" noChangeAspect="1"/>
          </p:cNvSpPr>
          <p:nvPr>
            <p:ph type="pic" idx="1"/>
          </p:nvPr>
        </p:nvSpPr>
        <p:spPr>
          <a:xfrm>
            <a:off x="914401" y="932112"/>
            <a:ext cx="6858000" cy="3164976"/>
          </a:xfrm>
          <a:prstGeom prst="roundRect">
            <a:avLst>
              <a:gd name="adj" fmla="val 4380"/>
            </a:avLst>
          </a:prstGeom>
          <a:ln w="50800" cap="sq" cmpd="dbl">
            <a:gradFill flip="none" rotWithShape="1">
              <a:gsLst>
                <a:gs pos="0">
                  <a:srgbClr val="FFFFFF"/>
                </a:gs>
                <a:gs pos="100000">
                  <a:schemeClr val="tx1">
                    <a:alpha val="0"/>
                  </a:schemeClr>
                </a:gs>
              </a:gsLst>
              <a:path path="circle">
                <a:fillToRect l="50000" t="50000" r="50000" b="50000"/>
              </a:path>
              <a:tileRect/>
            </a:gradFill>
            <a:miter lim="800000"/>
          </a:ln>
          <a:effectLst>
            <a:outerShdw blurRad="254000" algn="tl" rotWithShape="0">
              <a:srgbClr val="000000">
                <a:alpha val="43000"/>
              </a:srgbClr>
            </a:outerShdw>
          </a:effectLst>
        </p:spPr>
        <p:txBody>
          <a:bodyPr vert="horz" lIns="91440" tIns="45720" rIns="91440" bIns="45720" rtlCol="0" anchor="t">
            <a:normAutofit/>
          </a:bodyPr>
          <a:lstStyle>
            <a:lvl1pPr>
              <a:defRPr lang="en-US" sz="1600"/>
            </a:lvl1pPr>
          </a:lstStyle>
          <a:p>
            <a:pPr marL="0" lvl="0" indent="0" algn="ctr">
              <a:buNone/>
            </a:pPr>
            <a:r>
              <a:rPr lang="en-GB"/>
              <a:t>Click icon to add picture</a:t>
            </a:r>
            <a:endParaRPr lang="en-US" dirty="0"/>
          </a:p>
        </p:txBody>
      </p:sp>
      <p:sp>
        <p:nvSpPr>
          <p:cNvPr id="4" name="Text Placeholder 3"/>
          <p:cNvSpPr>
            <a:spLocks noGrp="1"/>
          </p:cNvSpPr>
          <p:nvPr>
            <p:ph type="body" sz="half" idx="2"/>
          </p:nvPr>
        </p:nvSpPr>
        <p:spPr>
          <a:xfrm>
            <a:off x="457201" y="5299603"/>
            <a:ext cx="7772400" cy="493712"/>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2/2/23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382154126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pic>
        <p:nvPicPr>
          <p:cNvPr id="7" name="Picture 6" descr="Celestia-R1---OverlayContentS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956" y="0"/>
            <a:ext cx="9118600" cy="6858000"/>
          </a:xfrm>
          <a:prstGeom prst="rect">
            <a:avLst/>
          </a:prstGeom>
        </p:spPr>
      </p:pic>
      <p:sp>
        <p:nvSpPr>
          <p:cNvPr id="2" name="Title 1"/>
          <p:cNvSpPr>
            <a:spLocks noGrp="1"/>
          </p:cNvSpPr>
          <p:nvPr>
            <p:ph type="title"/>
          </p:nvPr>
        </p:nvSpPr>
        <p:spPr>
          <a:xfrm>
            <a:off x="457203" y="609602"/>
            <a:ext cx="7772399" cy="3124199"/>
          </a:xfrm>
        </p:spPr>
        <p:txBody>
          <a:bodyPr anchor="ctr">
            <a:normAutofit/>
          </a:bodyPr>
          <a:lstStyle>
            <a:lvl1pPr algn="l">
              <a:defRPr sz="3200" b="0" cap="none"/>
            </a:lvl1pPr>
          </a:lstStyle>
          <a:p>
            <a:r>
              <a:rPr lang="en-GB"/>
              <a:t>Click to edit Master title style</a:t>
            </a:r>
            <a:endParaRPr lang="en-US" dirty="0"/>
          </a:p>
        </p:txBody>
      </p:sp>
      <p:sp>
        <p:nvSpPr>
          <p:cNvPr id="3" name="Text Placeholder 2"/>
          <p:cNvSpPr>
            <a:spLocks noGrp="1"/>
          </p:cNvSpPr>
          <p:nvPr>
            <p:ph type="body" idx="1"/>
          </p:nvPr>
        </p:nvSpPr>
        <p:spPr>
          <a:xfrm>
            <a:off x="457202" y="4343400"/>
            <a:ext cx="7772399" cy="1447800"/>
          </a:xfrm>
        </p:spPr>
        <p:txBody>
          <a:bodyPr anchor="ctr">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2/2/23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417162904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pic>
        <p:nvPicPr>
          <p:cNvPr id="17" name="Picture 16" descr="Celestia-R1---OverlayContentS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956" y="0"/>
            <a:ext cx="9118600" cy="6858000"/>
          </a:xfrm>
          <a:prstGeom prst="rect">
            <a:avLst/>
          </a:prstGeom>
        </p:spPr>
      </p:pic>
      <p:sp>
        <p:nvSpPr>
          <p:cNvPr id="14" name="TextBox 13"/>
          <p:cNvSpPr txBox="1"/>
          <p:nvPr/>
        </p:nvSpPr>
        <p:spPr>
          <a:xfrm>
            <a:off x="421796" y="718114"/>
            <a:ext cx="457319"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5" name="TextBox 14"/>
          <p:cNvSpPr txBox="1"/>
          <p:nvPr/>
        </p:nvSpPr>
        <p:spPr>
          <a:xfrm>
            <a:off x="7735800" y="2751671"/>
            <a:ext cx="457319"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879115" y="609602"/>
            <a:ext cx="7091297" cy="2743199"/>
          </a:xfrm>
        </p:spPr>
        <p:txBody>
          <a:bodyPr anchor="ctr">
            <a:normAutofit/>
          </a:bodyPr>
          <a:lstStyle>
            <a:lvl1pPr algn="l">
              <a:defRPr sz="3200" b="0" cap="none">
                <a:solidFill>
                  <a:schemeClr val="tx1"/>
                </a:solidFill>
              </a:defRPr>
            </a:lvl1pPr>
          </a:lstStyle>
          <a:p>
            <a:r>
              <a:rPr lang="en-GB"/>
              <a:t>Click to edit Master title style</a:t>
            </a:r>
            <a:endParaRPr lang="en-US" dirty="0"/>
          </a:p>
        </p:txBody>
      </p:sp>
      <p:sp>
        <p:nvSpPr>
          <p:cNvPr id="10" name="Text Placeholder 9"/>
          <p:cNvSpPr>
            <a:spLocks noGrp="1"/>
          </p:cNvSpPr>
          <p:nvPr>
            <p:ph type="body" sz="quarter" idx="13"/>
          </p:nvPr>
        </p:nvSpPr>
        <p:spPr>
          <a:xfrm>
            <a:off x="988671" y="3352800"/>
            <a:ext cx="6876133" cy="381000"/>
          </a:xfrm>
        </p:spPr>
        <p:txBody>
          <a:bodyPr anchor="ctr">
            <a:normAutofit/>
          </a:bodyPr>
          <a:lstStyle>
            <a:lvl1pPr marL="0" indent="0">
              <a:buFontTx/>
              <a:buNone/>
              <a:defRPr sz="16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GB"/>
              <a:t>Click to edit Master text styles</a:t>
            </a:r>
          </a:p>
        </p:txBody>
      </p:sp>
      <p:sp>
        <p:nvSpPr>
          <p:cNvPr id="3" name="Text Placeholder 2"/>
          <p:cNvSpPr>
            <a:spLocks noGrp="1"/>
          </p:cNvSpPr>
          <p:nvPr>
            <p:ph type="body" idx="1"/>
          </p:nvPr>
        </p:nvSpPr>
        <p:spPr>
          <a:xfrm>
            <a:off x="462266" y="4343400"/>
            <a:ext cx="7772400" cy="1447800"/>
          </a:xfrm>
        </p:spPr>
        <p:txBody>
          <a:bodyPr anchor="ctr">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2/2/23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174678244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pic>
        <p:nvPicPr>
          <p:cNvPr id="7" name="Picture 6" descr="Celestia-R1---OverlayContentS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956" y="0"/>
            <a:ext cx="9118600" cy="6858000"/>
          </a:xfrm>
          <a:prstGeom prst="rect">
            <a:avLst/>
          </a:prstGeom>
        </p:spPr>
      </p:pic>
      <p:sp>
        <p:nvSpPr>
          <p:cNvPr id="2" name="Title 1"/>
          <p:cNvSpPr>
            <a:spLocks noGrp="1"/>
          </p:cNvSpPr>
          <p:nvPr>
            <p:ph type="title"/>
          </p:nvPr>
        </p:nvSpPr>
        <p:spPr>
          <a:xfrm>
            <a:off x="457201" y="3291648"/>
            <a:ext cx="7772401" cy="1468800"/>
          </a:xfrm>
        </p:spPr>
        <p:txBody>
          <a:bodyPr anchor="b">
            <a:normAutofit/>
          </a:bodyPr>
          <a:lstStyle>
            <a:lvl1pPr algn="l">
              <a:defRPr sz="2800" b="0" cap="none"/>
            </a:lvl1pPr>
          </a:lstStyle>
          <a:p>
            <a:r>
              <a:rPr lang="en-GB"/>
              <a:t>Click to edit Master title style</a:t>
            </a:r>
            <a:endParaRPr lang="en-US" dirty="0"/>
          </a:p>
        </p:txBody>
      </p:sp>
      <p:sp>
        <p:nvSpPr>
          <p:cNvPr id="3" name="Text Placeholder 2"/>
          <p:cNvSpPr>
            <a:spLocks noGrp="1"/>
          </p:cNvSpPr>
          <p:nvPr>
            <p:ph type="body" idx="1"/>
          </p:nvPr>
        </p:nvSpPr>
        <p:spPr>
          <a:xfrm>
            <a:off x="457200" y="4760448"/>
            <a:ext cx="7772402" cy="8604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2/2/23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235026603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pic>
        <p:nvPicPr>
          <p:cNvPr id="13" name="Picture 12" descr="Celestia-R1---OverlayContentS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956" y="0"/>
            <a:ext cx="9118600" cy="6858000"/>
          </a:xfrm>
          <a:prstGeom prst="rect">
            <a:avLst/>
          </a:prstGeom>
        </p:spPr>
      </p:pic>
      <p:sp>
        <p:nvSpPr>
          <p:cNvPr id="11" name="TextBox 10"/>
          <p:cNvSpPr txBox="1"/>
          <p:nvPr/>
        </p:nvSpPr>
        <p:spPr>
          <a:xfrm>
            <a:off x="421796" y="718114"/>
            <a:ext cx="457319"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6" name="TextBox 15"/>
          <p:cNvSpPr txBox="1"/>
          <p:nvPr/>
        </p:nvSpPr>
        <p:spPr>
          <a:xfrm>
            <a:off x="7735800" y="2751671"/>
            <a:ext cx="457319"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879115" y="609602"/>
            <a:ext cx="7091297" cy="2743199"/>
          </a:xfrm>
        </p:spPr>
        <p:txBody>
          <a:bodyPr anchor="ctr">
            <a:normAutofit/>
          </a:bodyPr>
          <a:lstStyle>
            <a:lvl1pPr algn="l">
              <a:defRPr sz="3200" b="0" cap="none">
                <a:solidFill>
                  <a:schemeClr val="tx1"/>
                </a:solidFill>
              </a:defRPr>
            </a:lvl1pPr>
          </a:lstStyle>
          <a:p>
            <a:r>
              <a:rPr lang="en-GB"/>
              <a:t>Click to edit Master title style</a:t>
            </a:r>
            <a:endParaRPr lang="en-US" dirty="0"/>
          </a:p>
        </p:txBody>
      </p:sp>
      <p:sp>
        <p:nvSpPr>
          <p:cNvPr id="10" name="Text Placeholder 9"/>
          <p:cNvSpPr>
            <a:spLocks noGrp="1"/>
          </p:cNvSpPr>
          <p:nvPr>
            <p:ph type="body" sz="quarter" idx="13"/>
          </p:nvPr>
        </p:nvSpPr>
        <p:spPr>
          <a:xfrm>
            <a:off x="457200" y="3886200"/>
            <a:ext cx="7772401" cy="889000"/>
          </a:xfrm>
        </p:spPr>
        <p:txBody>
          <a:bodyPr vert="horz" lIns="91440" tIns="45720" rIns="91440" bIns="45720" rtlCol="0" anchor="b">
            <a:normAutofit/>
          </a:bodyPr>
          <a:lstStyle>
            <a:lvl1pPr>
              <a:buNone/>
              <a:defRPr lang="en-US" sz="2000" b="0" cap="none" dirty="0">
                <a:ln w="3175" cmpd="sng">
                  <a:noFill/>
                </a:ln>
                <a:solidFill>
                  <a:schemeClr val="tx1"/>
                </a:solidFill>
                <a:effectLst/>
              </a:defRPr>
            </a:lvl1pPr>
          </a:lstStyle>
          <a:p>
            <a:pPr marL="0" lvl="0">
              <a:spcBef>
                <a:spcPct val="0"/>
              </a:spcBef>
              <a:buNone/>
            </a:pPr>
            <a:r>
              <a:rPr lang="en-GB"/>
              <a:t>Click to edit Master text styles</a:t>
            </a:r>
          </a:p>
        </p:txBody>
      </p:sp>
      <p:sp>
        <p:nvSpPr>
          <p:cNvPr id="3" name="Text Placeholder 2"/>
          <p:cNvSpPr>
            <a:spLocks noGrp="1"/>
          </p:cNvSpPr>
          <p:nvPr>
            <p:ph type="body" idx="1"/>
          </p:nvPr>
        </p:nvSpPr>
        <p:spPr>
          <a:xfrm>
            <a:off x="457200" y="4775200"/>
            <a:ext cx="7772401" cy="1016000"/>
          </a:xfrm>
        </p:spPr>
        <p:txBody>
          <a:bodyPr anchor="t">
            <a:normAutofit/>
          </a:bodyPr>
          <a:lstStyle>
            <a:lvl1pPr marL="0" indent="0" algn="l">
              <a:buNone/>
              <a:defRPr sz="1600">
                <a:solidFill>
                  <a:schemeClr val="tx1"/>
                </a:solidFill>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2/2/23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390505492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pic>
        <p:nvPicPr>
          <p:cNvPr id="8" name="Picture 7" descr="Celestia-R1---OverlayContentS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956" y="0"/>
            <a:ext cx="9118600" cy="6858000"/>
          </a:xfrm>
          <a:prstGeom prst="rect">
            <a:avLst/>
          </a:prstGeom>
        </p:spPr>
      </p:pic>
      <p:sp>
        <p:nvSpPr>
          <p:cNvPr id="2" name="Title 1"/>
          <p:cNvSpPr>
            <a:spLocks noGrp="1"/>
          </p:cNvSpPr>
          <p:nvPr>
            <p:ph type="title"/>
          </p:nvPr>
        </p:nvSpPr>
        <p:spPr>
          <a:xfrm>
            <a:off x="464440" y="609602"/>
            <a:ext cx="7772401" cy="2743199"/>
          </a:xfrm>
        </p:spPr>
        <p:txBody>
          <a:bodyPr vert="horz" lIns="91440" tIns="45720" rIns="91440" bIns="45720" rtlCol="0" anchor="ctr">
            <a:normAutofit/>
          </a:bodyPr>
          <a:lstStyle>
            <a:lvl1pPr>
              <a:defRPr lang="en-US" sz="2800" b="0" dirty="0"/>
            </a:lvl1pPr>
          </a:lstStyle>
          <a:p>
            <a:pPr marL="0" lvl="0"/>
            <a:r>
              <a:rPr lang="en-GB"/>
              <a:t>Click to edit Master title style</a:t>
            </a:r>
            <a:endParaRPr lang="en-US" dirty="0"/>
          </a:p>
        </p:txBody>
      </p:sp>
      <p:sp>
        <p:nvSpPr>
          <p:cNvPr id="10" name="Text Placeholder 9"/>
          <p:cNvSpPr>
            <a:spLocks noGrp="1"/>
          </p:cNvSpPr>
          <p:nvPr>
            <p:ph type="body" sz="quarter" idx="13"/>
          </p:nvPr>
        </p:nvSpPr>
        <p:spPr>
          <a:xfrm>
            <a:off x="464440" y="3505200"/>
            <a:ext cx="7772401" cy="838200"/>
          </a:xfrm>
        </p:spPr>
        <p:txBody>
          <a:bodyPr vert="horz" lIns="91440" tIns="45720" rIns="91440" bIns="45720" rtlCol="0" anchor="b">
            <a:normAutofit/>
          </a:bodyPr>
          <a:lstStyle>
            <a:lvl1pPr>
              <a:buNone/>
              <a:defRPr lang="en-US" sz="2000" b="0" cap="none" dirty="0">
                <a:ln w="3175" cmpd="sng">
                  <a:noFill/>
                </a:ln>
                <a:solidFill>
                  <a:schemeClr val="tx1"/>
                </a:solidFill>
                <a:effectLst/>
              </a:defRPr>
            </a:lvl1pPr>
          </a:lstStyle>
          <a:p>
            <a:pPr marL="0" lvl="0">
              <a:spcBef>
                <a:spcPct val="0"/>
              </a:spcBef>
              <a:buNone/>
            </a:pPr>
            <a:r>
              <a:rPr lang="en-GB"/>
              <a:t>Click to edit Master text styles</a:t>
            </a:r>
          </a:p>
        </p:txBody>
      </p:sp>
      <p:sp>
        <p:nvSpPr>
          <p:cNvPr id="3" name="Text Placeholder 2"/>
          <p:cNvSpPr>
            <a:spLocks noGrp="1"/>
          </p:cNvSpPr>
          <p:nvPr>
            <p:ph type="body" idx="1"/>
          </p:nvPr>
        </p:nvSpPr>
        <p:spPr>
          <a:xfrm>
            <a:off x="464439" y="4343400"/>
            <a:ext cx="7772401" cy="1447800"/>
          </a:xfrm>
        </p:spPr>
        <p:txBody>
          <a:bodyPr anchor="t">
            <a:normAutofit/>
          </a:bodyPr>
          <a:lstStyle>
            <a:lvl1pPr marL="0" indent="0" algn="l">
              <a:buNone/>
              <a:defRPr sz="1600">
                <a:solidFill>
                  <a:schemeClr val="tx1"/>
                </a:solidFill>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2/2/23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347953589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pic>
        <p:nvPicPr>
          <p:cNvPr id="7" name="Picture 6" descr="Celestia-R1---OverlayContentS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956" y="0"/>
            <a:ext cx="9118600" cy="6858000"/>
          </a:xfrm>
          <a:prstGeom prst="rect">
            <a:avLst/>
          </a:prstGeom>
        </p:spPr>
      </p:pic>
      <p:sp>
        <p:nvSpPr>
          <p:cNvPr id="8" name="Title 1"/>
          <p:cNvSpPr>
            <a:spLocks noGrp="1"/>
          </p:cNvSpPr>
          <p:nvPr>
            <p:ph type="title"/>
          </p:nvPr>
        </p:nvSpPr>
        <p:spPr>
          <a:xfrm>
            <a:off x="457200" y="609601"/>
            <a:ext cx="7772400" cy="1456267"/>
          </a:xfrm>
        </p:spPr>
        <p:txBody>
          <a:bodyPr>
            <a:normAutofit/>
          </a:bodyPr>
          <a:lstStyle>
            <a:lvl1pPr>
              <a:defRPr sz="2800"/>
            </a:lvl1pPr>
          </a:lstStyle>
          <a:p>
            <a:r>
              <a:rPr lang="en-GB"/>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2/2/23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204016395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pic>
        <p:nvPicPr>
          <p:cNvPr id="7" name="Picture 6" descr="Celestia-R1---OverlayContentS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956" y="0"/>
            <a:ext cx="9118600" cy="6858000"/>
          </a:xfrm>
          <a:prstGeom prst="rect">
            <a:avLst/>
          </a:prstGeom>
        </p:spPr>
      </p:pic>
      <p:sp>
        <p:nvSpPr>
          <p:cNvPr id="2" name="Vertical Title 1"/>
          <p:cNvSpPr>
            <a:spLocks noGrp="1"/>
          </p:cNvSpPr>
          <p:nvPr>
            <p:ph type="title" orient="vert"/>
          </p:nvPr>
        </p:nvSpPr>
        <p:spPr>
          <a:xfrm>
            <a:off x="6552978" y="609600"/>
            <a:ext cx="1676621" cy="5181601"/>
          </a:xfrm>
        </p:spPr>
        <p:txBody>
          <a:bodyPr vert="eaVert">
            <a:normAutofit/>
          </a:bodyPr>
          <a:lstStyle>
            <a:lvl1pPr>
              <a:defRPr sz="2800"/>
            </a:lvl1pPr>
          </a:lstStyle>
          <a:p>
            <a:r>
              <a:rPr lang="en-GB"/>
              <a:t>Click to edit Master title style</a:t>
            </a:r>
            <a:endParaRPr lang="en-US" dirty="0"/>
          </a:p>
        </p:txBody>
      </p:sp>
      <p:sp>
        <p:nvSpPr>
          <p:cNvPr id="3" name="Vertical Text Placeholder 2"/>
          <p:cNvSpPr>
            <a:spLocks noGrp="1"/>
          </p:cNvSpPr>
          <p:nvPr>
            <p:ph type="body" orient="vert" idx="1"/>
          </p:nvPr>
        </p:nvSpPr>
        <p:spPr>
          <a:xfrm>
            <a:off x="457200" y="609600"/>
            <a:ext cx="5990184" cy="5181600"/>
          </a:xfrm>
        </p:spPr>
        <p:txBody>
          <a:bodyPr vert="eaVert" ancho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2/2/23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279240062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609601"/>
            <a:ext cx="7772400" cy="1456267"/>
          </a:xfrm>
          <a:prstGeom prst="rect">
            <a:avLst/>
          </a:prstGeom>
          <a:effectLst/>
        </p:spPr>
        <p:txBody>
          <a:bodyPr vert="horz" lIns="91440" tIns="45720" rIns="91440" bIns="45720" rtlCol="0" anchor="ctr">
            <a:normAutofit/>
          </a:bodyPr>
          <a:lstStyle/>
          <a:p>
            <a:r>
              <a:rPr lang="en-GB"/>
              <a:t>Click to edit Master title style</a:t>
            </a:r>
            <a:endParaRPr lang="en-US" dirty="0"/>
          </a:p>
        </p:txBody>
      </p:sp>
      <p:sp>
        <p:nvSpPr>
          <p:cNvPr id="3" name="Text Placeholder 2"/>
          <p:cNvSpPr>
            <a:spLocks noGrp="1"/>
          </p:cNvSpPr>
          <p:nvPr>
            <p:ph type="body" idx="1"/>
          </p:nvPr>
        </p:nvSpPr>
        <p:spPr>
          <a:xfrm>
            <a:off x="457200" y="2142068"/>
            <a:ext cx="7772400" cy="3649133"/>
          </a:xfrm>
          <a:prstGeom prst="rect">
            <a:avLst/>
          </a:prstGeom>
        </p:spPr>
        <p:txBody>
          <a:bodyPr vert="horz" lIns="91440" tIns="45720" rIns="91440" bIns="45720" rtlCol="0" anchor="ctr">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2"/>
          </p:nvPr>
        </p:nvSpPr>
        <p:spPr>
          <a:xfrm>
            <a:off x="6523712" y="5870576"/>
            <a:ext cx="1212173" cy="3778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B61BEF0D-F0BB-DE4B-95CE-6DB70DBA9567}" type="datetimeFigureOut">
              <a:rPr lang="en-US" dirty="0"/>
              <a:pPr/>
              <a:t>2/2/23</a:t>
            </a:fld>
            <a:endParaRPr lang="en-US" dirty="0"/>
          </a:p>
        </p:txBody>
      </p:sp>
      <p:sp>
        <p:nvSpPr>
          <p:cNvPr id="5" name="Footer Placeholder 4"/>
          <p:cNvSpPr>
            <a:spLocks noGrp="1"/>
          </p:cNvSpPr>
          <p:nvPr>
            <p:ph type="ftr" sz="quarter" idx="3"/>
          </p:nvPr>
        </p:nvSpPr>
        <p:spPr>
          <a:xfrm>
            <a:off x="457200" y="5870576"/>
            <a:ext cx="5990311" cy="377825"/>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US" dirty="0"/>
          </a:p>
        </p:txBody>
      </p:sp>
      <p:sp>
        <p:nvSpPr>
          <p:cNvPr id="6" name="Slide Number Placeholder 5"/>
          <p:cNvSpPr>
            <a:spLocks noGrp="1"/>
          </p:cNvSpPr>
          <p:nvPr>
            <p:ph type="sldNum" sz="quarter" idx="4"/>
          </p:nvPr>
        </p:nvSpPr>
        <p:spPr>
          <a:xfrm>
            <a:off x="7812085" y="5870576"/>
            <a:ext cx="417516" cy="3778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D57F1E4F-1CFF-5643-939E-217C01CDF565}" type="slidenum">
              <a:rPr lang="en-US" dirty="0"/>
              <a:pPr/>
              <a:t>‹#›</a:t>
            </a:fld>
            <a:endParaRPr lang="en-US" dirty="0"/>
          </a:p>
        </p:txBody>
      </p:sp>
    </p:spTree>
    <p:extLst>
      <p:ext uri="{BB962C8B-B14F-4D97-AF65-F5344CB8AC3E}">
        <p14:creationId xmlns:p14="http://schemas.microsoft.com/office/powerpoint/2010/main" val="3605792062"/>
      </p:ext>
    </p:extLst>
  </p:cSld>
  <p:clrMap bg1="dk1" tx1="lt1" bg2="dk2" tx2="lt2" accent1="accent1" accent2="accent2" accent3="accent3" accent4="accent4" accent5="accent5" accent6="accent6" hlink="hlink" folHlink="folHlink"/>
  <p:sldLayoutIdLst>
    <p:sldLayoutId id="2147483938" r:id="rId1"/>
    <p:sldLayoutId id="2147483939" r:id="rId2"/>
    <p:sldLayoutId id="2147483940" r:id="rId3"/>
    <p:sldLayoutId id="2147483941" r:id="rId4"/>
    <p:sldLayoutId id="2147483942" r:id="rId5"/>
    <p:sldLayoutId id="2147483943" r:id="rId6"/>
    <p:sldLayoutId id="2147483944" r:id="rId7"/>
    <p:sldLayoutId id="2147483945" r:id="rId8"/>
    <p:sldLayoutId id="2147483946" r:id="rId9"/>
    <p:sldLayoutId id="2147483947" r:id="rId10"/>
    <p:sldLayoutId id="2147483948" r:id="rId11"/>
    <p:sldLayoutId id="2147483949" r:id="rId12"/>
    <p:sldLayoutId id="2147483950" r:id="rId13"/>
    <p:sldLayoutId id="2147483951" r:id="rId14"/>
    <p:sldLayoutId id="2147483952" r:id="rId15"/>
    <p:sldLayoutId id="2147483953" r:id="rId16"/>
    <p:sldLayoutId id="2147483954" r:id="rId17"/>
  </p:sldLayoutIdLst>
  <p:txStyles>
    <p:titleStyle>
      <a:lvl1pPr algn="l" defTabSz="457200" rtl="0" eaLnBrk="1" latinLnBrk="0" hangingPunct="1">
        <a:spcBef>
          <a:spcPct val="0"/>
        </a:spcBef>
        <a:buNone/>
        <a:defRPr sz="3200" kern="1200" cap="all">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ts val="0"/>
        </a:spcBef>
        <a:spcAft>
          <a:spcPts val="1000"/>
        </a:spcAft>
        <a:buClr>
          <a:schemeClr val="tx1"/>
        </a:buClr>
        <a:buSzPct val="100000"/>
        <a:buFont typeface="Arial"/>
        <a:buChar char="•"/>
        <a:defRPr sz="1800" kern="1200" cap="none">
          <a:solidFill>
            <a:schemeClr val="tx1"/>
          </a:solidFill>
          <a:effectLst/>
          <a:latin typeface="+mn-lt"/>
          <a:ea typeface="+mn-ea"/>
          <a:cs typeface="+mn-cs"/>
        </a:defRPr>
      </a:lvl1pPr>
      <a:lvl2pPr marL="742950" indent="-285750" algn="l" defTabSz="457200" rtl="0" eaLnBrk="1" latinLnBrk="0" hangingPunct="1">
        <a:spcBef>
          <a:spcPts val="0"/>
        </a:spcBef>
        <a:spcAft>
          <a:spcPts val="1000"/>
        </a:spcAft>
        <a:buClr>
          <a:schemeClr val="tx1"/>
        </a:buClr>
        <a:buSzPct val="100000"/>
        <a:buFont typeface="Arial"/>
        <a:buChar char="•"/>
        <a:defRPr sz="1600" kern="1200" cap="none">
          <a:solidFill>
            <a:schemeClr val="tx1"/>
          </a:solidFill>
          <a:effectLst/>
          <a:latin typeface="+mn-lt"/>
          <a:ea typeface="+mn-ea"/>
          <a:cs typeface="+mn-cs"/>
        </a:defRPr>
      </a:lvl2pPr>
      <a:lvl3pPr marL="1200150" indent="-285750" algn="l" defTabSz="457200" rtl="0" eaLnBrk="1" latinLnBrk="0" hangingPunct="1">
        <a:spcBef>
          <a:spcPts val="0"/>
        </a:spcBef>
        <a:spcAft>
          <a:spcPts val="1000"/>
        </a:spcAft>
        <a:buClr>
          <a:schemeClr val="tx1"/>
        </a:buClr>
        <a:buSzPct val="100000"/>
        <a:buFont typeface="Arial"/>
        <a:buChar char="•"/>
        <a:defRPr sz="1400" kern="1200" cap="none">
          <a:solidFill>
            <a:schemeClr val="tx1"/>
          </a:solidFill>
          <a:effectLst/>
          <a:latin typeface="+mn-lt"/>
          <a:ea typeface="+mn-ea"/>
          <a:cs typeface="+mn-cs"/>
        </a:defRPr>
      </a:lvl3pPr>
      <a:lvl4pPr marL="15430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4pPr>
      <a:lvl5pPr marL="20002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5pPr>
      <a:lvl6pPr marL="25146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6pPr>
      <a:lvl7pPr marL="29718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7pPr>
      <a:lvl8pPr marL="34290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8pPr>
      <a:lvl9pPr marL="38862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a:blip r:embed="rId2">
            <a:alphaModFix/>
          </a:blip>
          <a:stretch>
            <a:fillRect t="-17000" b="-17000"/>
          </a:stretch>
        </a:blipFill>
        <a:effectLst/>
      </p:bgPr>
    </p:bg>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0397A96E-ED96-F4C2-9DAC-BFB3CFFD2264}"/>
              </a:ext>
            </a:extLst>
          </p:cNvPr>
          <p:cNvSpPr txBox="1"/>
          <p:nvPr/>
        </p:nvSpPr>
        <p:spPr>
          <a:xfrm>
            <a:off x="3356286" y="2434914"/>
            <a:ext cx="1828800" cy="1828800"/>
          </a:xfrm>
          <a:prstGeom prst="rect">
            <a:avLst/>
          </a:prstGeom>
          <a:noFill/>
        </p:spPr>
        <p:txBody>
          <a:bodyPr wrap="square" rtlCol="0">
            <a:spAutoFit/>
          </a:bodyPr>
          <a:lstStyle/>
          <a:p>
            <a:pPr algn="l"/>
            <a:endParaRPr lang="en-US" dirty="0"/>
          </a:p>
        </p:txBody>
      </p:sp>
    </p:spTree>
    <p:extLst>
      <p:ext uri="{BB962C8B-B14F-4D97-AF65-F5344CB8AC3E}">
        <p14:creationId xmlns:p14="http://schemas.microsoft.com/office/powerpoint/2010/main" val="173561563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70022E-BCF7-7397-4935-A6A75DEB7231}"/>
              </a:ext>
            </a:extLst>
          </p:cNvPr>
          <p:cNvSpPr>
            <a:spLocks noGrp="1"/>
          </p:cNvSpPr>
          <p:nvPr>
            <p:ph type="title"/>
          </p:nvPr>
        </p:nvSpPr>
        <p:spPr>
          <a:xfrm>
            <a:off x="685800" y="842681"/>
            <a:ext cx="7772400" cy="995084"/>
          </a:xfrm>
        </p:spPr>
        <p:txBody>
          <a:bodyPr>
            <a:normAutofit/>
          </a:bodyPr>
          <a:lstStyle/>
          <a:p>
            <a:r>
              <a:rPr lang="en-IN" sz="5500" dirty="0"/>
              <a:t>Introduction </a:t>
            </a:r>
            <a:endParaRPr lang="en-US" sz="5500" dirty="0"/>
          </a:p>
        </p:txBody>
      </p:sp>
      <p:sp>
        <p:nvSpPr>
          <p:cNvPr id="3" name="Content Placeholder 2">
            <a:extLst>
              <a:ext uri="{FF2B5EF4-FFF2-40B4-BE49-F238E27FC236}">
                <a16:creationId xmlns:a16="http://schemas.microsoft.com/office/drawing/2014/main" id="{FB9D4565-09E8-3C66-D746-ABAF3E9C1C5A}"/>
              </a:ext>
            </a:extLst>
          </p:cNvPr>
          <p:cNvSpPr>
            <a:spLocks noGrp="1"/>
          </p:cNvSpPr>
          <p:nvPr>
            <p:ph idx="1"/>
          </p:nvPr>
        </p:nvSpPr>
        <p:spPr>
          <a:xfrm>
            <a:off x="457200" y="2366186"/>
            <a:ext cx="7772400" cy="3649133"/>
          </a:xfrm>
        </p:spPr>
        <p:txBody>
          <a:bodyPr>
            <a:noAutofit/>
          </a:bodyPr>
          <a:lstStyle/>
          <a:p>
            <a:r>
              <a:rPr lang="en-US" sz="2500" dirty="0"/>
              <a:t>Herbie (humanoid experimental robot bio-type integrated with electronic)Our team have created a humanoid robot which is used as a healthcare companion.the robot is used to sense the user’s body </a:t>
            </a:r>
            <a:r>
              <a:rPr lang="en-US" sz="2500" dirty="0" err="1"/>
              <a:t>temperature,pressure,and</a:t>
            </a:r>
            <a:r>
              <a:rPr lang="en-US" sz="2500" dirty="0"/>
              <a:t> heartbeat the robot will act as a personal assistant.Our system provides security to access it. The robot can move using its rotating Wheels. It can be controlled using bluetooth </a:t>
            </a:r>
            <a:r>
              <a:rPr lang="en-US" sz="2500" dirty="0" err="1"/>
              <a:t>application,voice</a:t>
            </a:r>
            <a:r>
              <a:rPr lang="en-US" sz="2500" dirty="0"/>
              <a:t> command , IR remote and automatic object removing modeThe robot will access the temperature and blood pressure and blood oxygen level through max300 Sensor and </a:t>
            </a:r>
            <a:r>
              <a:rPr lang="en-US" sz="2500" dirty="0" err="1"/>
              <a:t>dht11</a:t>
            </a:r>
            <a:r>
              <a:rPr lang="en-US" sz="2500" dirty="0"/>
              <a:t> temperature sensor</a:t>
            </a:r>
          </a:p>
        </p:txBody>
      </p:sp>
    </p:spTree>
    <p:extLst>
      <p:ext uri="{BB962C8B-B14F-4D97-AF65-F5344CB8AC3E}">
        <p14:creationId xmlns:p14="http://schemas.microsoft.com/office/powerpoint/2010/main" val="300844551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B7759C-AD39-50C4-68BA-07E7AC34E2E9}"/>
              </a:ext>
            </a:extLst>
          </p:cNvPr>
          <p:cNvSpPr>
            <a:spLocks noGrp="1"/>
          </p:cNvSpPr>
          <p:nvPr>
            <p:ph type="title"/>
          </p:nvPr>
        </p:nvSpPr>
        <p:spPr/>
        <p:txBody>
          <a:bodyPr>
            <a:normAutofit/>
          </a:bodyPr>
          <a:lstStyle/>
          <a:p>
            <a:r>
              <a:rPr lang="en-IN" sz="6100" dirty="0"/>
              <a:t>Used items </a:t>
            </a:r>
            <a:endParaRPr lang="en-US" sz="6100" dirty="0"/>
          </a:p>
        </p:txBody>
      </p:sp>
      <p:sp>
        <p:nvSpPr>
          <p:cNvPr id="3" name="Content Placeholder 2">
            <a:extLst>
              <a:ext uri="{FF2B5EF4-FFF2-40B4-BE49-F238E27FC236}">
                <a16:creationId xmlns:a16="http://schemas.microsoft.com/office/drawing/2014/main" id="{10D22975-9869-295A-905F-2DC6B6E450F1}"/>
              </a:ext>
            </a:extLst>
          </p:cNvPr>
          <p:cNvSpPr>
            <a:spLocks noGrp="1"/>
          </p:cNvSpPr>
          <p:nvPr>
            <p:ph idx="1"/>
          </p:nvPr>
        </p:nvSpPr>
        <p:spPr>
          <a:xfrm>
            <a:off x="117750" y="2065868"/>
            <a:ext cx="8908499" cy="4182530"/>
          </a:xfrm>
        </p:spPr>
        <p:txBody>
          <a:bodyPr>
            <a:noAutofit/>
          </a:bodyPr>
          <a:lstStyle/>
          <a:p>
            <a:r>
              <a:rPr lang="en-US" sz="2700" dirty="0"/>
              <a:t>-. Arduino mega-. Arduino uno-. Mini computer-. L293D motor driver-. Tires ( 10*4 </a:t>
            </a:r>
            <a:r>
              <a:rPr lang="en-US" sz="2700" dirty="0" err="1"/>
              <a:t>daimention</a:t>
            </a:r>
            <a:r>
              <a:rPr lang="en-US" sz="2700" dirty="0"/>
              <a:t>) -. 360 freewheels-. 12v13rpm motor-. 7805 voltage regulator-. 7806 voltage regulator-. 7809 voltage regulator-. 7812 voltage regulator-. 12v12ah battery-. Hc05 Bluetooth module-. </a:t>
            </a:r>
            <a:r>
              <a:rPr lang="en-US" sz="2700" dirty="0" err="1"/>
              <a:t>Stepdown</a:t>
            </a:r>
            <a:r>
              <a:rPr lang="en-US" sz="2700" dirty="0"/>
              <a:t> buck convertor -. 10a12v dc charger-. </a:t>
            </a:r>
            <a:r>
              <a:rPr lang="en-US" sz="2700" dirty="0" err="1"/>
              <a:t>Dht11</a:t>
            </a:r>
            <a:r>
              <a:rPr lang="en-US" sz="2700" dirty="0"/>
              <a:t> sensor-. Mg995 servo motor-. Microphone-. 4ohm 3v speaker-. Body filler-. 7 inch display-. IR receiver-. USB connector-. Toggle switch-. 2 way switch-. 1 way switch </a:t>
            </a:r>
          </a:p>
        </p:txBody>
      </p:sp>
    </p:spTree>
    <p:extLst>
      <p:ext uri="{BB962C8B-B14F-4D97-AF65-F5344CB8AC3E}">
        <p14:creationId xmlns:p14="http://schemas.microsoft.com/office/powerpoint/2010/main" val="33545260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0EF9B7-2EB9-A74D-B60F-B7E1220914D3}"/>
              </a:ext>
            </a:extLst>
          </p:cNvPr>
          <p:cNvSpPr>
            <a:spLocks noGrp="1"/>
          </p:cNvSpPr>
          <p:nvPr>
            <p:ph type="title"/>
          </p:nvPr>
        </p:nvSpPr>
        <p:spPr/>
        <p:txBody>
          <a:bodyPr/>
          <a:lstStyle/>
          <a:p>
            <a:r>
              <a:rPr lang="en-IN" dirty="0"/>
              <a:t>Arduino</a:t>
            </a:r>
            <a:endParaRPr lang="en-US" dirty="0"/>
          </a:p>
        </p:txBody>
      </p:sp>
      <p:sp>
        <p:nvSpPr>
          <p:cNvPr id="3" name="Content Placeholder 2">
            <a:extLst>
              <a:ext uri="{FF2B5EF4-FFF2-40B4-BE49-F238E27FC236}">
                <a16:creationId xmlns:a16="http://schemas.microsoft.com/office/drawing/2014/main" id="{EA5DE670-9B36-54B0-CFD5-AC2B0CA80925}"/>
              </a:ext>
            </a:extLst>
          </p:cNvPr>
          <p:cNvSpPr>
            <a:spLocks noGrp="1"/>
          </p:cNvSpPr>
          <p:nvPr>
            <p:ph idx="1"/>
          </p:nvPr>
        </p:nvSpPr>
        <p:spPr>
          <a:xfrm>
            <a:off x="263191" y="2278629"/>
            <a:ext cx="8617619" cy="3722121"/>
          </a:xfrm>
        </p:spPr>
        <p:txBody>
          <a:bodyPr>
            <a:normAutofit fontScale="92500" lnSpcReduction="20000"/>
          </a:bodyPr>
          <a:lstStyle/>
          <a:p>
            <a:pPr marL="342900" indent="-342900">
              <a:buFont typeface="+mj-lt"/>
              <a:buAutoNum type="arabicPeriod"/>
            </a:pPr>
            <a:r>
              <a:rPr lang="en-US"/>
              <a:t>Arduino (/ɑːrˈdwiːnoʊ/) is an open-source hardware and software company, project, and user community that designs and manufactures single-board microcontrollers and microcontroller kits for building digital devices. Its hardware products are licensed under a CC BY-SA license, while the software is licensed under the GNU Lesser General Public License (LGPL) or the GNU General Public License (GPL),[1] permitting the manufacture of Arduino boards and software distribution by anyone. Arduino boards are available commercially from the official website or through authorized distributors.[2]Arduino board designs use a variety of microprocessors and controllers. The boards are equipped with sets of digital and analog input/output (I/O) pins that may be interfaced to various expansion boards ('shields') or breadboards (for prototyping) and other circuits. The boards feature serial communications interfaces, including Universal Serial Bus (USB) on some models, which are also used for loading programs. The microcontrollers can be programmed using the C and C++ programming languages, using a standard API which is also known as the Arduino Programming Language, inspired by the Processing language and used with a modified version of the Processing IDE. In addition to using traditional compiler toolchains, the Arduino project provides an integrated development environment (IDE) and a command line tool developed in Go.</a:t>
            </a:r>
          </a:p>
        </p:txBody>
      </p:sp>
    </p:spTree>
    <p:extLst>
      <p:ext uri="{BB962C8B-B14F-4D97-AF65-F5344CB8AC3E}">
        <p14:creationId xmlns:p14="http://schemas.microsoft.com/office/powerpoint/2010/main" val="88611155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E3F270-8E0E-86F5-67F1-CB7A77342469}"/>
              </a:ext>
            </a:extLst>
          </p:cNvPr>
          <p:cNvSpPr>
            <a:spLocks noGrp="1"/>
          </p:cNvSpPr>
          <p:nvPr>
            <p:ph type="title"/>
          </p:nvPr>
        </p:nvSpPr>
        <p:spPr/>
        <p:txBody>
          <a:bodyPr>
            <a:normAutofit/>
          </a:bodyPr>
          <a:lstStyle/>
          <a:p>
            <a:r>
              <a:rPr lang="en-IN" sz="4500" dirty="0" err="1"/>
              <a:t>Dht</a:t>
            </a:r>
            <a:r>
              <a:rPr lang="en-IN" sz="4500" dirty="0"/>
              <a:t> 11 sensor </a:t>
            </a:r>
            <a:endParaRPr lang="en-US" sz="4500" dirty="0"/>
          </a:p>
        </p:txBody>
      </p:sp>
      <p:sp>
        <p:nvSpPr>
          <p:cNvPr id="3" name="Content Placeholder 2">
            <a:extLst>
              <a:ext uri="{FF2B5EF4-FFF2-40B4-BE49-F238E27FC236}">
                <a16:creationId xmlns:a16="http://schemas.microsoft.com/office/drawing/2014/main" id="{E9D8F23B-90A9-504A-9A84-D615B40DC339}"/>
              </a:ext>
            </a:extLst>
          </p:cNvPr>
          <p:cNvSpPr>
            <a:spLocks noGrp="1"/>
          </p:cNvSpPr>
          <p:nvPr>
            <p:ph idx="1"/>
          </p:nvPr>
        </p:nvSpPr>
        <p:spPr>
          <a:xfrm>
            <a:off x="385876" y="2544365"/>
            <a:ext cx="8369867" cy="2992497"/>
          </a:xfrm>
        </p:spPr>
        <p:txBody>
          <a:bodyPr>
            <a:normAutofit fontScale="92500" lnSpcReduction="20000"/>
          </a:bodyPr>
          <a:lstStyle/>
          <a:p>
            <a:r>
              <a:rPr lang="en-US" dirty="0"/>
              <a:t>The digital temperature and humidity sensor DHT11 is a composite sensor that contains a calibrated digital signal output of temperature and humidity. The technology of a dedicated digital modules collection and the temperature and humidity sensing technology are applied to ensure that the product has high reliability and excellent long-term stability. The sensor includes a resistive sense of wet component and an NTC temperature measurement device, and is connected with a high-performance 8-bit microcontroller. The schematic diagram of the </a:t>
            </a:r>
            <a:r>
              <a:rPr lang="en-US" dirty="0" err="1"/>
              <a:t>Humiture</a:t>
            </a:r>
            <a:r>
              <a:rPr lang="en-US" dirty="0"/>
              <a:t> Sensor Module is as shown following:Only three pins are available for use: VCC, GND, and DATA. The communication process begins with the DATA line sending start signals to DHT11, and DHT11 receives the signals and returns an answer signal. Then the host receives the answer signal and begins to receive 40-bit </a:t>
            </a:r>
            <a:r>
              <a:rPr lang="en-US" dirty="0" err="1"/>
              <a:t>humiture</a:t>
            </a:r>
            <a:r>
              <a:rPr lang="en-US" dirty="0"/>
              <a:t> data (8-bit humidity integer + 8-bit humidity decimal + 8-bit temperature integer + 8-bit temperature decimal + 8-bit checksum).</a:t>
            </a:r>
            <a:endParaRPr lang="en-IN" dirty="0"/>
          </a:p>
          <a:p>
            <a:endParaRPr lang="en-US" dirty="0"/>
          </a:p>
        </p:txBody>
      </p:sp>
    </p:spTree>
    <p:extLst>
      <p:ext uri="{BB962C8B-B14F-4D97-AF65-F5344CB8AC3E}">
        <p14:creationId xmlns:p14="http://schemas.microsoft.com/office/powerpoint/2010/main" val="399049564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8DEB83-4CBB-4248-A55A-3A33D34ABA6E}"/>
              </a:ext>
            </a:extLst>
          </p:cNvPr>
          <p:cNvSpPr>
            <a:spLocks noGrp="1"/>
          </p:cNvSpPr>
          <p:nvPr>
            <p:ph type="title"/>
          </p:nvPr>
        </p:nvSpPr>
        <p:spPr/>
        <p:txBody>
          <a:bodyPr/>
          <a:lstStyle/>
          <a:p>
            <a:r>
              <a:rPr lang="en-IN" dirty="0"/>
              <a:t>Voltage regulating </a:t>
            </a:r>
            <a:r>
              <a:rPr lang="en-IN" dirty="0" err="1"/>
              <a:t>ic</a:t>
            </a:r>
            <a:endParaRPr lang="en-US" dirty="0"/>
          </a:p>
        </p:txBody>
      </p:sp>
      <p:sp>
        <p:nvSpPr>
          <p:cNvPr id="3" name="Content Placeholder 2">
            <a:extLst>
              <a:ext uri="{FF2B5EF4-FFF2-40B4-BE49-F238E27FC236}">
                <a16:creationId xmlns:a16="http://schemas.microsoft.com/office/drawing/2014/main" id="{57552633-599E-6FAA-D14E-B1B85CB5B19F}"/>
              </a:ext>
            </a:extLst>
          </p:cNvPr>
          <p:cNvSpPr>
            <a:spLocks noGrp="1"/>
          </p:cNvSpPr>
          <p:nvPr>
            <p:ph idx="1"/>
          </p:nvPr>
        </p:nvSpPr>
        <p:spPr/>
        <p:txBody>
          <a:bodyPr>
            <a:normAutofit/>
          </a:bodyPr>
          <a:lstStyle/>
          <a:p>
            <a:r>
              <a:rPr lang="en-US" dirty="0"/>
              <a:t>voltage regulator is a system designed to automatically maintain a constant voltage. A voltage regulator may use a simple feed-forward design or may include negative feedback. It may use an electromechanical mechanism, or electronic components. Depending on the design, it may be used to regulate one or more AC or DC voltages.Electronic voltage regulators are found in devices such as computer power supplies where they stabilize the DC voltages used by the processor and other elements. In automobile alternators and central power station generator plants, voltage regulators control the output of the plant. In an electric power distribution system, voltage regulators may be installed at a substation or along distribution lines so that all customers receive steady voltage independent of how much power is drawn from the line.</a:t>
            </a:r>
          </a:p>
        </p:txBody>
      </p:sp>
    </p:spTree>
    <p:extLst>
      <p:ext uri="{BB962C8B-B14F-4D97-AF65-F5344CB8AC3E}">
        <p14:creationId xmlns:p14="http://schemas.microsoft.com/office/powerpoint/2010/main" val="107261947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4CA179-216D-9D39-72DF-514B0E8CEF89}"/>
              </a:ext>
            </a:extLst>
          </p:cNvPr>
          <p:cNvSpPr>
            <a:spLocks noGrp="1"/>
          </p:cNvSpPr>
          <p:nvPr>
            <p:ph type="title"/>
          </p:nvPr>
        </p:nvSpPr>
        <p:spPr/>
        <p:txBody>
          <a:bodyPr>
            <a:normAutofit/>
          </a:bodyPr>
          <a:lstStyle/>
          <a:p>
            <a:r>
              <a:rPr lang="en-US" sz="4900"/>
              <a:t>Mini computer</a:t>
            </a:r>
          </a:p>
        </p:txBody>
      </p:sp>
      <p:sp>
        <p:nvSpPr>
          <p:cNvPr id="3" name="Content Placeholder 2">
            <a:extLst>
              <a:ext uri="{FF2B5EF4-FFF2-40B4-BE49-F238E27FC236}">
                <a16:creationId xmlns:a16="http://schemas.microsoft.com/office/drawing/2014/main" id="{C8892F35-ED33-062E-62DB-D80135E0EB9B}"/>
              </a:ext>
            </a:extLst>
          </p:cNvPr>
          <p:cNvSpPr>
            <a:spLocks noGrp="1"/>
          </p:cNvSpPr>
          <p:nvPr>
            <p:ph idx="1"/>
          </p:nvPr>
        </p:nvSpPr>
        <p:spPr/>
        <p:txBody>
          <a:bodyPr>
            <a:normAutofit/>
          </a:bodyPr>
          <a:lstStyle/>
          <a:p>
            <a:r>
              <a:rPr lang="en-US" sz="3500"/>
              <a:t>The min computer is used for giving visual data in our 7 inch display module and for Herbies voice assistant. We have used Microsoft windows 11 as operating system</a:t>
            </a:r>
          </a:p>
        </p:txBody>
      </p:sp>
    </p:spTree>
    <p:extLst>
      <p:ext uri="{BB962C8B-B14F-4D97-AF65-F5344CB8AC3E}">
        <p14:creationId xmlns:p14="http://schemas.microsoft.com/office/powerpoint/2010/main" val="368087697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820E7A-640B-CF7B-7D09-90D1422C384A}"/>
              </a:ext>
            </a:extLst>
          </p:cNvPr>
          <p:cNvSpPr>
            <a:spLocks noGrp="1"/>
          </p:cNvSpPr>
          <p:nvPr>
            <p:ph type="title"/>
          </p:nvPr>
        </p:nvSpPr>
        <p:spPr/>
        <p:txBody>
          <a:bodyPr>
            <a:normAutofit/>
          </a:bodyPr>
          <a:lstStyle/>
          <a:p>
            <a:r>
              <a:rPr lang="en-US" sz="5600"/>
              <a:t>12v12ah battery</a:t>
            </a:r>
          </a:p>
        </p:txBody>
      </p:sp>
      <p:sp>
        <p:nvSpPr>
          <p:cNvPr id="3" name="Content Placeholder 2">
            <a:extLst>
              <a:ext uri="{FF2B5EF4-FFF2-40B4-BE49-F238E27FC236}">
                <a16:creationId xmlns:a16="http://schemas.microsoft.com/office/drawing/2014/main" id="{A37DE43E-CFB3-95B9-29D8-4F3AD71CE398}"/>
              </a:ext>
            </a:extLst>
          </p:cNvPr>
          <p:cNvSpPr>
            <a:spLocks noGrp="1"/>
          </p:cNvSpPr>
          <p:nvPr>
            <p:ph idx="1"/>
          </p:nvPr>
        </p:nvSpPr>
        <p:spPr>
          <a:xfrm>
            <a:off x="401053" y="2544365"/>
            <a:ext cx="8824871" cy="3155176"/>
          </a:xfrm>
        </p:spPr>
        <p:txBody>
          <a:bodyPr>
            <a:noAutofit/>
          </a:bodyPr>
          <a:lstStyle/>
          <a:p>
            <a:r>
              <a:rPr lang="en-US" sz="3300"/>
              <a:t>12-volt batteries usually consist of three cells connected in parallel. Each cell can produce around 4 volts of power, making up a total of 12 volts of electrical power – which is enough to power vehicles, RVs, home energy storage systems, and most household appliances.</a:t>
            </a:r>
          </a:p>
        </p:txBody>
      </p:sp>
    </p:spTree>
    <p:extLst>
      <p:ext uri="{BB962C8B-B14F-4D97-AF65-F5344CB8AC3E}">
        <p14:creationId xmlns:p14="http://schemas.microsoft.com/office/powerpoint/2010/main" val="7780730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8DEEDE-AF51-49C4-8B41-998160685851}"/>
              </a:ext>
            </a:extLst>
          </p:cNvPr>
          <p:cNvSpPr>
            <a:spLocks noGrp="1"/>
          </p:cNvSpPr>
          <p:nvPr>
            <p:ph type="title"/>
          </p:nvPr>
        </p:nvSpPr>
        <p:spPr/>
        <p:txBody>
          <a:bodyPr>
            <a:normAutofit/>
          </a:bodyPr>
          <a:lstStyle/>
          <a:p>
            <a:r>
              <a:rPr lang="en-US" sz="5700"/>
              <a:t>IR sensor</a:t>
            </a:r>
          </a:p>
        </p:txBody>
      </p:sp>
      <p:sp>
        <p:nvSpPr>
          <p:cNvPr id="3" name="Content Placeholder 2">
            <a:extLst>
              <a:ext uri="{FF2B5EF4-FFF2-40B4-BE49-F238E27FC236}">
                <a16:creationId xmlns:a16="http://schemas.microsoft.com/office/drawing/2014/main" id="{22DA49BB-223B-3ABC-AE2C-1498F7B08C15}"/>
              </a:ext>
            </a:extLst>
          </p:cNvPr>
          <p:cNvSpPr>
            <a:spLocks noGrp="1"/>
          </p:cNvSpPr>
          <p:nvPr>
            <p:ph idx="1"/>
          </p:nvPr>
        </p:nvSpPr>
        <p:spPr>
          <a:xfrm>
            <a:off x="350922" y="2544365"/>
            <a:ext cx="8875002" cy="3173099"/>
          </a:xfrm>
        </p:spPr>
        <p:txBody>
          <a:bodyPr>
            <a:noAutofit/>
          </a:bodyPr>
          <a:lstStyle/>
          <a:p>
            <a:r>
              <a:rPr lang="en-US" sz="3600"/>
              <a:t>A passive infrared sensor (PIR sensor) is an electronic sensor that measures infrared (IR) light radiating from objects in its field of view. They are most often used in PIR-based motion detectors. PIR sensors are commonly used in security alarms and automatic lighting applications.</a:t>
            </a:r>
          </a:p>
        </p:txBody>
      </p:sp>
    </p:spTree>
    <p:extLst>
      <p:ext uri="{BB962C8B-B14F-4D97-AF65-F5344CB8AC3E}">
        <p14:creationId xmlns:p14="http://schemas.microsoft.com/office/powerpoint/2010/main" val="359353293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92559C-1F04-4F14-6199-98AB01902ECA}"/>
              </a:ext>
            </a:extLst>
          </p:cNvPr>
          <p:cNvSpPr>
            <a:spLocks noGrp="1"/>
          </p:cNvSpPr>
          <p:nvPr>
            <p:ph type="title"/>
          </p:nvPr>
        </p:nvSpPr>
        <p:spPr/>
        <p:txBody>
          <a:bodyPr>
            <a:normAutofit/>
          </a:bodyPr>
          <a:lstStyle/>
          <a:p>
            <a:r>
              <a:rPr lang="en-US" sz="4200"/>
              <a:t>Hc05 Bluetooth module</a:t>
            </a:r>
          </a:p>
        </p:txBody>
      </p:sp>
      <p:sp>
        <p:nvSpPr>
          <p:cNvPr id="3" name="Content Placeholder 2">
            <a:extLst>
              <a:ext uri="{FF2B5EF4-FFF2-40B4-BE49-F238E27FC236}">
                <a16:creationId xmlns:a16="http://schemas.microsoft.com/office/drawing/2014/main" id="{6D7AD964-D834-AAF7-2CC5-1A55E57BC68D}"/>
              </a:ext>
            </a:extLst>
          </p:cNvPr>
          <p:cNvSpPr>
            <a:spLocks noGrp="1"/>
          </p:cNvSpPr>
          <p:nvPr>
            <p:ph idx="1"/>
          </p:nvPr>
        </p:nvSpPr>
        <p:spPr>
          <a:xfrm>
            <a:off x="387068" y="2584471"/>
            <a:ext cx="8369864" cy="2992496"/>
          </a:xfrm>
        </p:spPr>
        <p:txBody>
          <a:bodyPr>
            <a:noAutofit/>
          </a:bodyPr>
          <a:lstStyle/>
          <a:p>
            <a:r>
              <a:rPr lang="en-US" sz="3600"/>
              <a:t>HC-05 module is an easy to use Bluetooth SPP (Serial Port Protocol) module, designed for transparent wireless serial connection setup. Serial port Bluetooth module is fully qualified Bluetooth V2. 0+EDR (Enhanced Data Rate) 3Mbps Modulation with complete 2.4GHz radio transceiver and baseband.</a:t>
            </a:r>
          </a:p>
        </p:txBody>
      </p:sp>
    </p:spTree>
    <p:extLst>
      <p:ext uri="{BB962C8B-B14F-4D97-AF65-F5344CB8AC3E}">
        <p14:creationId xmlns:p14="http://schemas.microsoft.com/office/powerpoint/2010/main" val="130615154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FEABD-1D7A-738E-7394-578997AC4B72}"/>
              </a:ext>
            </a:extLst>
          </p:cNvPr>
          <p:cNvSpPr>
            <a:spLocks noGrp="1"/>
          </p:cNvSpPr>
          <p:nvPr>
            <p:ph type="title"/>
          </p:nvPr>
        </p:nvSpPr>
        <p:spPr/>
        <p:txBody>
          <a:bodyPr>
            <a:normAutofit/>
          </a:bodyPr>
          <a:lstStyle/>
          <a:p>
            <a:r>
              <a:rPr lang="en-US" sz="4300"/>
              <a:t>Stepdown buck convertor</a:t>
            </a:r>
          </a:p>
        </p:txBody>
      </p:sp>
      <p:sp>
        <p:nvSpPr>
          <p:cNvPr id="3" name="Content Placeholder 2">
            <a:extLst>
              <a:ext uri="{FF2B5EF4-FFF2-40B4-BE49-F238E27FC236}">
                <a16:creationId xmlns:a16="http://schemas.microsoft.com/office/drawing/2014/main" id="{C09F54F3-B8BC-C357-5D8F-BE3E62AEFCC8}"/>
              </a:ext>
            </a:extLst>
          </p:cNvPr>
          <p:cNvSpPr>
            <a:spLocks noGrp="1"/>
          </p:cNvSpPr>
          <p:nvPr>
            <p:ph idx="1"/>
          </p:nvPr>
        </p:nvSpPr>
        <p:spPr/>
        <p:txBody>
          <a:bodyPr>
            <a:noAutofit/>
          </a:bodyPr>
          <a:lstStyle/>
          <a:p>
            <a:r>
              <a:rPr lang="en-US" sz="3700"/>
              <a:t>A buck converter, also known as a step-down converter, is a DC/DC power converter that provides voltage step down and current step up. The converter reduces the voltage when the power source has a higher voltage than Vin.04  O7Lorem i</a:t>
            </a:r>
          </a:p>
        </p:txBody>
      </p:sp>
    </p:spTree>
    <p:extLst>
      <p:ext uri="{BB962C8B-B14F-4D97-AF65-F5344CB8AC3E}">
        <p14:creationId xmlns:p14="http://schemas.microsoft.com/office/powerpoint/2010/main" val="49609706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080306-C222-7850-86FF-F8E2791DA160}"/>
              </a:ext>
            </a:extLst>
          </p:cNvPr>
          <p:cNvSpPr>
            <a:spLocks noGrp="1"/>
          </p:cNvSpPr>
          <p:nvPr>
            <p:ph type="title"/>
          </p:nvPr>
        </p:nvSpPr>
        <p:spPr/>
        <p:txBody>
          <a:bodyPr>
            <a:normAutofit/>
          </a:bodyPr>
          <a:lstStyle/>
          <a:p>
            <a:r>
              <a:rPr lang="en-US" sz="4900"/>
              <a:t>L293D motor driver</a:t>
            </a:r>
          </a:p>
        </p:txBody>
      </p:sp>
      <p:sp>
        <p:nvSpPr>
          <p:cNvPr id="3" name="Content Placeholder 2">
            <a:extLst>
              <a:ext uri="{FF2B5EF4-FFF2-40B4-BE49-F238E27FC236}">
                <a16:creationId xmlns:a16="http://schemas.microsoft.com/office/drawing/2014/main" id="{D2BDB769-D7A0-C5A7-B4DF-6C0F1FE20FAD}"/>
              </a:ext>
            </a:extLst>
          </p:cNvPr>
          <p:cNvSpPr>
            <a:spLocks noGrp="1"/>
          </p:cNvSpPr>
          <p:nvPr>
            <p:ph idx="1"/>
          </p:nvPr>
        </p:nvSpPr>
        <p:spPr/>
        <p:txBody>
          <a:bodyPr>
            <a:noAutofit/>
          </a:bodyPr>
          <a:lstStyle/>
          <a:p>
            <a:r>
              <a:rPr lang="en-US" sz="3400"/>
              <a:t>The L293D is designed to provide bidirectional drive currents of up to 600-mA at voltages from 4.5 V to 36 V. Both devices are designed to drive inductive loads such as relays, solenoids, DC and bipolar stepping motors, as well as other high-current/high-voltage loads in positive-supply applications.</a:t>
            </a:r>
          </a:p>
        </p:txBody>
      </p:sp>
    </p:spTree>
    <p:extLst>
      <p:ext uri="{BB962C8B-B14F-4D97-AF65-F5344CB8AC3E}">
        <p14:creationId xmlns:p14="http://schemas.microsoft.com/office/powerpoint/2010/main" val="403400903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897A94-D56C-22AA-6D8F-29FA95F0C199}"/>
              </a:ext>
            </a:extLst>
          </p:cNvPr>
          <p:cNvSpPr>
            <a:spLocks noGrp="1"/>
          </p:cNvSpPr>
          <p:nvPr>
            <p:ph type="title"/>
          </p:nvPr>
        </p:nvSpPr>
        <p:spPr/>
        <p:txBody>
          <a:bodyPr>
            <a:normAutofit/>
          </a:bodyPr>
          <a:lstStyle/>
          <a:p>
            <a:r>
              <a:rPr lang="en-US" sz="5100"/>
              <a:t>12v30rpm motor</a:t>
            </a:r>
          </a:p>
        </p:txBody>
      </p:sp>
      <p:sp>
        <p:nvSpPr>
          <p:cNvPr id="3" name="Content Placeholder 2">
            <a:extLst>
              <a:ext uri="{FF2B5EF4-FFF2-40B4-BE49-F238E27FC236}">
                <a16:creationId xmlns:a16="http://schemas.microsoft.com/office/drawing/2014/main" id="{4EA4876E-AB9E-7DA6-B9AA-5A9B71F2340E}"/>
              </a:ext>
            </a:extLst>
          </p:cNvPr>
          <p:cNvSpPr>
            <a:spLocks noGrp="1"/>
          </p:cNvSpPr>
          <p:nvPr>
            <p:ph idx="1"/>
          </p:nvPr>
        </p:nvSpPr>
        <p:spPr/>
        <p:txBody>
          <a:bodyPr>
            <a:noAutofit/>
          </a:bodyPr>
          <a:lstStyle/>
          <a:p>
            <a:r>
              <a:rPr lang="en-US" sz="3900"/>
              <a:t>30RPM 12V DC geared motors for robotics applications. It gives a massive torque of 32Kgcm. The motor comes with metal gearbox and off-centered shaft. Features: 30RPM 12V DC motors with Metal Gearbox and Metal Gears.</a:t>
            </a:r>
          </a:p>
        </p:txBody>
      </p:sp>
    </p:spTree>
    <p:extLst>
      <p:ext uri="{BB962C8B-B14F-4D97-AF65-F5344CB8AC3E}">
        <p14:creationId xmlns:p14="http://schemas.microsoft.com/office/powerpoint/2010/main" val="412778410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4B62ED-F56B-1121-B135-22DD90786B74}"/>
              </a:ext>
            </a:extLst>
          </p:cNvPr>
          <p:cNvSpPr>
            <a:spLocks noGrp="1"/>
          </p:cNvSpPr>
          <p:nvPr>
            <p:ph type="title"/>
          </p:nvPr>
        </p:nvSpPr>
        <p:spPr/>
        <p:txBody>
          <a:bodyPr>
            <a:normAutofit/>
          </a:bodyPr>
          <a:lstStyle/>
          <a:p>
            <a:r>
              <a:rPr lang="en-US" sz="4700"/>
              <a:t>10a12v dc charger</a:t>
            </a:r>
          </a:p>
        </p:txBody>
      </p:sp>
      <p:sp>
        <p:nvSpPr>
          <p:cNvPr id="3" name="Content Placeholder 2">
            <a:extLst>
              <a:ext uri="{FF2B5EF4-FFF2-40B4-BE49-F238E27FC236}">
                <a16:creationId xmlns:a16="http://schemas.microsoft.com/office/drawing/2014/main" id="{ED04434A-E472-9655-9317-8B37C2E3ABA3}"/>
              </a:ext>
            </a:extLst>
          </p:cNvPr>
          <p:cNvSpPr>
            <a:spLocks noGrp="1"/>
          </p:cNvSpPr>
          <p:nvPr>
            <p:ph idx="1"/>
          </p:nvPr>
        </p:nvSpPr>
        <p:spPr/>
        <p:txBody>
          <a:bodyPr>
            <a:noAutofit/>
          </a:bodyPr>
          <a:lstStyle/>
          <a:p>
            <a:r>
              <a:rPr lang="en-US" sz="3300"/>
              <a:t>battery charger, recharger, or simply charg1e5r%,[1][2] is a device that storesenergy in a battery by running an electric current through it. The chargingprotocol (how much voltage or current for how long, and what to do whencharging is complete) depends on the size and type of the battery beingcharged O</a:t>
            </a:r>
          </a:p>
        </p:txBody>
      </p:sp>
    </p:spTree>
    <p:extLst>
      <p:ext uri="{BB962C8B-B14F-4D97-AF65-F5344CB8AC3E}">
        <p14:creationId xmlns:p14="http://schemas.microsoft.com/office/powerpoint/2010/main" val="247112812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D86DDB-E6C2-4CAC-2491-493A24E7E71C}"/>
              </a:ext>
            </a:extLst>
          </p:cNvPr>
          <p:cNvSpPr>
            <a:spLocks noGrp="1"/>
          </p:cNvSpPr>
          <p:nvPr>
            <p:ph type="title"/>
          </p:nvPr>
        </p:nvSpPr>
        <p:spPr/>
        <p:txBody>
          <a:bodyPr>
            <a:normAutofit/>
          </a:bodyPr>
          <a:lstStyle/>
          <a:p>
            <a:r>
              <a:rPr lang="en-US" sz="3800"/>
              <a:t>10*4 daimentions tire</a:t>
            </a:r>
          </a:p>
        </p:txBody>
      </p:sp>
      <p:sp>
        <p:nvSpPr>
          <p:cNvPr id="3" name="Content Placeholder 2">
            <a:extLst>
              <a:ext uri="{FF2B5EF4-FFF2-40B4-BE49-F238E27FC236}">
                <a16:creationId xmlns:a16="http://schemas.microsoft.com/office/drawing/2014/main" id="{D0F413BC-84DD-4B54-5B13-0B45D22A27F8}"/>
              </a:ext>
            </a:extLst>
          </p:cNvPr>
          <p:cNvSpPr>
            <a:spLocks noGrp="1"/>
          </p:cNvSpPr>
          <p:nvPr>
            <p:ph idx="1"/>
          </p:nvPr>
        </p:nvSpPr>
        <p:spPr/>
        <p:txBody>
          <a:bodyPr>
            <a:noAutofit/>
          </a:bodyPr>
          <a:lstStyle/>
          <a:p>
            <a:r>
              <a:rPr lang="en-US" sz="3700"/>
              <a:t>Often referred to as a 10 inch tire, this tire is one of the most common found on hand trucks, pressure washers, leaf blowers, air compressors, generators, garden carts and nursery carts. Also See: Understanding Tire Sizes.</a:t>
            </a:r>
          </a:p>
        </p:txBody>
      </p:sp>
    </p:spTree>
    <p:extLst>
      <p:ext uri="{BB962C8B-B14F-4D97-AF65-F5344CB8AC3E}">
        <p14:creationId xmlns:p14="http://schemas.microsoft.com/office/powerpoint/2010/main" val="313411389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77016F-1AEF-8A71-0563-D63C9C2C8DE1}"/>
              </a:ext>
            </a:extLst>
          </p:cNvPr>
          <p:cNvSpPr>
            <a:spLocks noGrp="1"/>
          </p:cNvSpPr>
          <p:nvPr>
            <p:ph type="title"/>
          </p:nvPr>
        </p:nvSpPr>
        <p:spPr/>
        <p:txBody>
          <a:bodyPr>
            <a:normAutofit/>
          </a:bodyPr>
          <a:lstStyle/>
          <a:p>
            <a:r>
              <a:rPr lang="en-US" sz="5100"/>
              <a:t>360 freewheels</a:t>
            </a:r>
          </a:p>
        </p:txBody>
      </p:sp>
      <p:sp>
        <p:nvSpPr>
          <p:cNvPr id="3" name="Content Placeholder 2">
            <a:extLst>
              <a:ext uri="{FF2B5EF4-FFF2-40B4-BE49-F238E27FC236}">
                <a16:creationId xmlns:a16="http://schemas.microsoft.com/office/drawing/2014/main" id="{1D6A2F29-B83D-FEE1-438B-041F4BD58DA0}"/>
              </a:ext>
            </a:extLst>
          </p:cNvPr>
          <p:cNvSpPr>
            <a:spLocks noGrp="1"/>
          </p:cNvSpPr>
          <p:nvPr>
            <p:ph idx="1"/>
          </p:nvPr>
        </p:nvSpPr>
        <p:spPr/>
        <p:txBody>
          <a:bodyPr>
            <a:normAutofit/>
          </a:bodyPr>
          <a:lstStyle/>
          <a:p>
            <a:r>
              <a:rPr lang="en-US" sz="2800"/>
              <a:t>ID360 is a ratchet freehub system designed and manufactured by Mavic. Brought to road and gravel in 2016, this system was adopted for the first time on MTB wheels in 2018. ID360 is stiff and durable while benefiting from faster engagement.</a:t>
            </a:r>
          </a:p>
        </p:txBody>
      </p:sp>
    </p:spTree>
    <p:extLst>
      <p:ext uri="{BB962C8B-B14F-4D97-AF65-F5344CB8AC3E}">
        <p14:creationId xmlns:p14="http://schemas.microsoft.com/office/powerpoint/2010/main" val="286078823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A581F4-99AE-7E75-2389-D73B40C0A8D1}"/>
              </a:ext>
            </a:extLst>
          </p:cNvPr>
          <p:cNvSpPr>
            <a:spLocks noGrp="1"/>
          </p:cNvSpPr>
          <p:nvPr>
            <p:ph type="title"/>
          </p:nvPr>
        </p:nvSpPr>
        <p:spPr/>
        <p:txBody>
          <a:bodyPr>
            <a:normAutofit/>
          </a:bodyPr>
          <a:lstStyle/>
          <a:p>
            <a:r>
              <a:rPr lang="en-US" sz="4400"/>
              <a:t>Mg995 servo motor</a:t>
            </a:r>
          </a:p>
        </p:txBody>
      </p:sp>
      <p:sp>
        <p:nvSpPr>
          <p:cNvPr id="3" name="Content Placeholder 2">
            <a:extLst>
              <a:ext uri="{FF2B5EF4-FFF2-40B4-BE49-F238E27FC236}">
                <a16:creationId xmlns:a16="http://schemas.microsoft.com/office/drawing/2014/main" id="{7126FA75-5C30-AC48-B573-A102D193B7D7}"/>
              </a:ext>
            </a:extLst>
          </p:cNvPr>
          <p:cNvSpPr>
            <a:spLocks noGrp="1"/>
          </p:cNvSpPr>
          <p:nvPr>
            <p:ph idx="1"/>
          </p:nvPr>
        </p:nvSpPr>
        <p:spPr/>
        <p:txBody>
          <a:bodyPr>
            <a:normAutofit/>
          </a:bodyPr>
          <a:lstStyle/>
          <a:p>
            <a:r>
              <a:rPr lang="en-US" sz="2800"/>
              <a:t>MG995 servo is a simple, commonly used standard servo for your mechanical needs such as robotic head, robotic arm. It comes with a stardard 3-pin power and control cable for easy using and metal gears for high torque. A Me RJ25 Adapter also help you to connect the servo with Me Baseboard or Makeblock Orion easily.</a:t>
            </a:r>
          </a:p>
        </p:txBody>
      </p:sp>
    </p:spTree>
    <p:extLst>
      <p:ext uri="{BB962C8B-B14F-4D97-AF65-F5344CB8AC3E}">
        <p14:creationId xmlns:p14="http://schemas.microsoft.com/office/powerpoint/2010/main" val="270542192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CE33E5-58DB-7CC1-CA39-1E7F3155D3A5}"/>
              </a:ext>
            </a:extLst>
          </p:cNvPr>
          <p:cNvSpPr>
            <a:spLocks noGrp="1"/>
          </p:cNvSpPr>
          <p:nvPr>
            <p:ph type="title"/>
          </p:nvPr>
        </p:nvSpPr>
        <p:spPr/>
        <p:txBody>
          <a:bodyPr>
            <a:normAutofit/>
          </a:bodyPr>
          <a:lstStyle/>
          <a:p>
            <a:r>
              <a:rPr lang="en-US" sz="4800"/>
              <a:t>Microphone</a:t>
            </a:r>
          </a:p>
        </p:txBody>
      </p:sp>
      <p:sp>
        <p:nvSpPr>
          <p:cNvPr id="3" name="Content Placeholder 2">
            <a:extLst>
              <a:ext uri="{FF2B5EF4-FFF2-40B4-BE49-F238E27FC236}">
                <a16:creationId xmlns:a16="http://schemas.microsoft.com/office/drawing/2014/main" id="{E3D0C61A-DDF0-DF1A-B708-59DAF8A53FA1}"/>
              </a:ext>
            </a:extLst>
          </p:cNvPr>
          <p:cNvSpPr>
            <a:spLocks noGrp="1"/>
          </p:cNvSpPr>
          <p:nvPr>
            <p:ph idx="1"/>
          </p:nvPr>
        </p:nvSpPr>
        <p:spPr/>
        <p:txBody>
          <a:bodyPr>
            <a:noAutofit/>
          </a:bodyPr>
          <a:lstStyle/>
          <a:p>
            <a:r>
              <a:rPr lang="en-US" sz="3500"/>
              <a:t>It is used to convert sound waves into electric waves or input the audio into computers. It captures audio by converting sound waves into an electrical signal, which may be a digital or analog signal. This process can be implemented by a computer or other digital audio devices.</a:t>
            </a:r>
          </a:p>
        </p:txBody>
      </p:sp>
    </p:spTree>
    <p:extLst>
      <p:ext uri="{BB962C8B-B14F-4D97-AF65-F5344CB8AC3E}">
        <p14:creationId xmlns:p14="http://schemas.microsoft.com/office/powerpoint/2010/main" val="3399117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5556BB-62CF-155B-8362-FB129500EF40}"/>
              </a:ext>
            </a:extLst>
          </p:cNvPr>
          <p:cNvSpPr>
            <a:spLocks noGrp="1"/>
          </p:cNvSpPr>
          <p:nvPr>
            <p:ph type="title"/>
          </p:nvPr>
        </p:nvSpPr>
        <p:spPr/>
        <p:txBody>
          <a:bodyPr>
            <a:normAutofit/>
          </a:bodyPr>
          <a:lstStyle/>
          <a:p>
            <a:r>
              <a:rPr lang="en-US" sz="5300"/>
              <a:t>4 ohm 3 v speaker</a:t>
            </a:r>
          </a:p>
        </p:txBody>
      </p:sp>
      <p:sp>
        <p:nvSpPr>
          <p:cNvPr id="3" name="Content Placeholder 2">
            <a:extLst>
              <a:ext uri="{FF2B5EF4-FFF2-40B4-BE49-F238E27FC236}">
                <a16:creationId xmlns:a16="http://schemas.microsoft.com/office/drawing/2014/main" id="{D494B4F6-41DE-E4B2-92E9-E43197BAB47A}"/>
              </a:ext>
            </a:extLst>
          </p:cNvPr>
          <p:cNvSpPr>
            <a:spLocks noGrp="1"/>
          </p:cNvSpPr>
          <p:nvPr>
            <p:ph idx="1"/>
          </p:nvPr>
        </p:nvSpPr>
        <p:spPr/>
        <p:txBody>
          <a:bodyPr>
            <a:noAutofit/>
          </a:bodyPr>
          <a:lstStyle/>
          <a:p>
            <a:r>
              <a:rPr lang="en-US" sz="3300"/>
              <a:t>The speaker has a resistance of 4 ohms and a power rating equal to 3W. Its small size allows it to be used in various applications where space is at a premium. This is used in general warning alarms for some projects, Simple amplifier projects, For TV &amp; Music systems, and will also fit in robotics projects</a:t>
            </a:r>
          </a:p>
        </p:txBody>
      </p:sp>
    </p:spTree>
    <p:extLst>
      <p:ext uri="{BB962C8B-B14F-4D97-AF65-F5344CB8AC3E}">
        <p14:creationId xmlns:p14="http://schemas.microsoft.com/office/powerpoint/2010/main" val="36549603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C9F9A2-9510-84AD-AA54-79438B9C96D0}"/>
              </a:ext>
            </a:extLst>
          </p:cNvPr>
          <p:cNvSpPr>
            <a:spLocks noGrp="1"/>
          </p:cNvSpPr>
          <p:nvPr>
            <p:ph type="title"/>
          </p:nvPr>
        </p:nvSpPr>
        <p:spPr/>
        <p:txBody>
          <a:bodyPr>
            <a:normAutofit/>
          </a:bodyPr>
          <a:lstStyle/>
          <a:p>
            <a:r>
              <a:rPr lang="en-US" sz="4800"/>
              <a:t>7 inch display</a:t>
            </a:r>
          </a:p>
        </p:txBody>
      </p:sp>
      <p:sp>
        <p:nvSpPr>
          <p:cNvPr id="3" name="Content Placeholder 2">
            <a:extLst>
              <a:ext uri="{FF2B5EF4-FFF2-40B4-BE49-F238E27FC236}">
                <a16:creationId xmlns:a16="http://schemas.microsoft.com/office/drawing/2014/main" id="{7071FAFA-7F92-1EB8-62E5-69154D1EADEC}"/>
              </a:ext>
            </a:extLst>
          </p:cNvPr>
          <p:cNvSpPr>
            <a:spLocks noGrp="1"/>
          </p:cNvSpPr>
          <p:nvPr>
            <p:ph idx="1"/>
          </p:nvPr>
        </p:nvSpPr>
        <p:spPr/>
        <p:txBody>
          <a:bodyPr>
            <a:normAutofit/>
          </a:bodyPr>
          <a:lstStyle/>
          <a:p>
            <a:r>
              <a:rPr lang="en-US" sz="3600"/>
              <a:t>This 7 Inch Monitor Display Screen is the smallest possible HD display with high-resolution and high-contrast visibility. The 7 Inch Monitor Display Screen module designed especially for FPV and outdoor operation purposes.</a:t>
            </a:r>
          </a:p>
        </p:txBody>
      </p:sp>
    </p:spTree>
    <p:extLst>
      <p:ext uri="{BB962C8B-B14F-4D97-AF65-F5344CB8AC3E}">
        <p14:creationId xmlns:p14="http://schemas.microsoft.com/office/powerpoint/2010/main" val="262357880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E40AFF-81E5-41F6-3374-F86996E54B73}"/>
              </a:ext>
            </a:extLst>
          </p:cNvPr>
          <p:cNvSpPr>
            <a:spLocks noGrp="1"/>
          </p:cNvSpPr>
          <p:nvPr>
            <p:ph type="title"/>
          </p:nvPr>
        </p:nvSpPr>
        <p:spPr/>
        <p:txBody>
          <a:bodyPr>
            <a:normAutofit/>
          </a:bodyPr>
          <a:lstStyle/>
          <a:p>
            <a:r>
              <a:rPr lang="en-US" sz="5800"/>
              <a:t>IR receiver</a:t>
            </a:r>
          </a:p>
        </p:txBody>
      </p:sp>
      <p:sp>
        <p:nvSpPr>
          <p:cNvPr id="3" name="Content Placeholder 2">
            <a:extLst>
              <a:ext uri="{FF2B5EF4-FFF2-40B4-BE49-F238E27FC236}">
                <a16:creationId xmlns:a16="http://schemas.microsoft.com/office/drawing/2014/main" id="{92D2FC5D-6080-A6E9-9BF0-5596CCA07A0D}"/>
              </a:ext>
            </a:extLst>
          </p:cNvPr>
          <p:cNvSpPr>
            <a:spLocks noGrp="1"/>
          </p:cNvSpPr>
          <p:nvPr>
            <p:ph idx="1"/>
          </p:nvPr>
        </p:nvSpPr>
        <p:spPr/>
        <p:txBody>
          <a:bodyPr>
            <a:noAutofit/>
          </a:bodyPr>
          <a:lstStyle/>
          <a:p>
            <a:r>
              <a:rPr lang="en-US" sz="3500"/>
              <a:t>An infrared receiver, or IR receiver, is hardware that sends information from an infrared remote control to another device by receiving and decoding signals. In general, the receiver outputs a code to uniquely identify the infrared signal that it receives.</a:t>
            </a:r>
          </a:p>
        </p:txBody>
      </p:sp>
    </p:spTree>
    <p:extLst>
      <p:ext uri="{BB962C8B-B14F-4D97-AF65-F5344CB8AC3E}">
        <p14:creationId xmlns:p14="http://schemas.microsoft.com/office/powerpoint/2010/main" val="15116379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4BC12C-508A-E952-DE40-CF6DB674656B}"/>
              </a:ext>
            </a:extLst>
          </p:cNvPr>
          <p:cNvSpPr>
            <a:spLocks noGrp="1"/>
          </p:cNvSpPr>
          <p:nvPr>
            <p:ph type="title"/>
          </p:nvPr>
        </p:nvSpPr>
        <p:spPr/>
        <p:txBody>
          <a:bodyPr>
            <a:normAutofit/>
          </a:bodyPr>
          <a:lstStyle/>
          <a:p>
            <a:r>
              <a:rPr lang="en-US" sz="6300"/>
              <a:t>Benifits</a:t>
            </a:r>
          </a:p>
        </p:txBody>
      </p:sp>
      <p:sp>
        <p:nvSpPr>
          <p:cNvPr id="3" name="Content Placeholder 2">
            <a:extLst>
              <a:ext uri="{FF2B5EF4-FFF2-40B4-BE49-F238E27FC236}">
                <a16:creationId xmlns:a16="http://schemas.microsoft.com/office/drawing/2014/main" id="{31FC913B-D206-51AB-93B4-A45D1546EAA2}"/>
              </a:ext>
            </a:extLst>
          </p:cNvPr>
          <p:cNvSpPr>
            <a:spLocks noGrp="1"/>
          </p:cNvSpPr>
          <p:nvPr>
            <p:ph idx="1"/>
          </p:nvPr>
        </p:nvSpPr>
        <p:spPr>
          <a:xfrm>
            <a:off x="387068" y="2544366"/>
            <a:ext cx="8369864" cy="2992496"/>
          </a:xfrm>
        </p:spPr>
        <p:txBody>
          <a:bodyPr>
            <a:noAutofit/>
          </a:bodyPr>
          <a:lstStyle/>
          <a:p>
            <a:r>
              <a:rPr lang="en-US" sz="2900" dirty="0"/>
              <a:t>-. check the humidity level-</a:t>
            </a:r>
            <a:endParaRPr lang="en-IN" sz="2900" dirty="0"/>
          </a:p>
          <a:p>
            <a:r>
              <a:rPr lang="en-US" sz="2900" dirty="0"/>
              <a:t>. Act as voice assistant-. </a:t>
            </a:r>
            <a:endParaRPr lang="en-IN" sz="2900" dirty="0"/>
          </a:p>
          <a:p>
            <a:r>
              <a:rPr lang="en-US" sz="2900" dirty="0"/>
              <a:t>Can control </a:t>
            </a:r>
            <a:r>
              <a:rPr lang="en-US" sz="2900" dirty="0" err="1"/>
              <a:t>movment</a:t>
            </a:r>
            <a:r>
              <a:rPr lang="en-US" sz="2900" dirty="0"/>
              <a:t> using app -. </a:t>
            </a:r>
            <a:endParaRPr lang="en-IN" sz="2900" dirty="0"/>
          </a:p>
          <a:p>
            <a:r>
              <a:rPr lang="en-US" sz="2900" dirty="0"/>
              <a:t>Line following robot-. </a:t>
            </a:r>
            <a:endParaRPr lang="en-IN" sz="2900" dirty="0"/>
          </a:p>
          <a:p>
            <a:r>
              <a:rPr lang="en-US" sz="2900" dirty="0"/>
              <a:t>Check the humidity </a:t>
            </a:r>
            <a:r>
              <a:rPr lang="en-US" sz="2900" dirty="0" err="1"/>
              <a:t>leve</a:t>
            </a:r>
            <a:r>
              <a:rPr lang="en-US" sz="2900" dirty="0"/>
              <a:t>-. </a:t>
            </a:r>
            <a:endParaRPr lang="en-IN" sz="2900" dirty="0"/>
          </a:p>
          <a:p>
            <a:r>
              <a:rPr lang="en-US" sz="2900" dirty="0"/>
              <a:t>Shows the readings in display</a:t>
            </a:r>
          </a:p>
        </p:txBody>
      </p:sp>
    </p:spTree>
    <p:extLst>
      <p:ext uri="{BB962C8B-B14F-4D97-AF65-F5344CB8AC3E}">
        <p14:creationId xmlns:p14="http://schemas.microsoft.com/office/powerpoint/2010/main" val="179472249"/>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elestial">
  <a:themeElements>
    <a:clrScheme name="Celestial">
      <a:dk1>
        <a:sysClr val="windowText" lastClr="000000"/>
      </a:dk1>
      <a:lt1>
        <a:sysClr val="window" lastClr="FFFFFF"/>
      </a:lt1>
      <a:dk2>
        <a:srgbClr val="18276C"/>
      </a:dk2>
      <a:lt2>
        <a:srgbClr val="EBEBEB"/>
      </a:lt2>
      <a:accent1>
        <a:srgbClr val="AC3EC1"/>
      </a:accent1>
      <a:accent2>
        <a:srgbClr val="477BD1"/>
      </a:accent2>
      <a:accent3>
        <a:srgbClr val="46B298"/>
      </a:accent3>
      <a:accent4>
        <a:srgbClr val="90BA4C"/>
      </a:accent4>
      <a:accent5>
        <a:srgbClr val="DD9D31"/>
      </a:accent5>
      <a:accent6>
        <a:srgbClr val="E25247"/>
      </a:accent6>
      <a:hlink>
        <a:srgbClr val="C573D2"/>
      </a:hlink>
      <a:folHlink>
        <a:srgbClr val="CCAEE8"/>
      </a:folHlink>
    </a:clrScheme>
    <a:fontScheme name="Celestial">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elestial">
      <a:fillStyleLst>
        <a:solidFill>
          <a:schemeClr val="phClr"/>
        </a:solidFill>
        <a:gradFill rotWithShape="1">
          <a:gsLst>
            <a:gs pos="0">
              <a:schemeClr val="phClr">
                <a:tint val="70000"/>
                <a:lumMod val="110000"/>
              </a:schemeClr>
            </a:gs>
            <a:gs pos="100000">
              <a:schemeClr val="phClr">
                <a:tint val="82000"/>
                <a:alpha val="74000"/>
              </a:schemeClr>
            </a:gs>
          </a:gsLst>
          <a:lin ang="5400000" scaled="0"/>
        </a:gradFill>
        <a:gradFill rotWithShape="1">
          <a:gsLst>
            <a:gs pos="0">
              <a:schemeClr val="phClr">
                <a:tint val="98000"/>
                <a:lumMod val="100000"/>
              </a:schemeClr>
            </a:gs>
            <a:gs pos="100000">
              <a:schemeClr val="phClr">
                <a:shade val="88000"/>
                <a:lumMod val="88000"/>
              </a:schemeClr>
            </a:gs>
          </a:gsLst>
          <a:lin ang="5400000" scaled="1"/>
        </a:gradFill>
      </a:fillStyleLst>
      <a:lnStyleLst>
        <a:ln w="9525"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65000"/>
              </a:srgbClr>
            </a:outerShdw>
          </a:effectLst>
          <a:scene3d>
            <a:camera prst="orthographicFront">
              <a:rot lat="0" lon="0" rev="0"/>
            </a:camera>
            <a:lightRig rig="threePt" dir="tl">
              <a:rot lat="0" lon="0" rev="1200000"/>
            </a:lightRig>
          </a:scene3d>
          <a:sp3d>
            <a:bevelT w="38100" h="12700"/>
          </a:sp3d>
        </a:effectStyle>
      </a:effectStyleLst>
      <a:bgFillStyleLst>
        <a:solidFill>
          <a:schemeClr val="phClr"/>
        </a:solidFill>
        <a:gradFill rotWithShape="1">
          <a:gsLst>
            <a:gs pos="0">
              <a:schemeClr val="phClr">
                <a:tint val="90000"/>
                <a:shade val="96000"/>
                <a:hueMod val="100000"/>
                <a:satMod val="180000"/>
                <a:lumMod val="110000"/>
              </a:schemeClr>
            </a:gs>
            <a:gs pos="100000">
              <a:schemeClr val="phClr">
                <a:shade val="96000"/>
                <a:satMod val="160000"/>
                <a:lumMod val="100000"/>
              </a:schemeClr>
            </a:gs>
          </a:gsLst>
          <a:lin ang="4740000" scaled="1"/>
        </a:gradFill>
        <a:blipFill>
          <a:blip xmlns:r="http://schemas.openxmlformats.org/officeDocument/2006/relationships" r:embed="rId1"/>
          <a:stretch/>
        </a:blipFill>
      </a:bgFillStyleLst>
    </a:fmtScheme>
  </a:themeElements>
  <a:objectDefaults/>
  <a:extraClrSchemeLst/>
  <a:extLst>
    <a:ext uri="{05A4C25C-085E-4340-85A3-A5531E510DB2}">
      <thm15:themeFamily xmlns:thm15="http://schemas.microsoft.com/office/thememl/2012/main" name="Celestial" id="{C4BB2A3D-0E93-4C5F-B0D2-9D3FCE089CC5}" vid="{42E5908D-19A2-46FD-89FA-638B126129EF}"/>
    </a:ext>
  </a:ext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On-screen Show (4:3)</PresentationFormat>
  <Slides>22</Slides>
  <Notes>0</Notes>
  <HiddenSlides>0</HiddenSlides>
  <ScaleCrop>false</ScaleCrop>
  <HeadingPairs>
    <vt:vector size="4" baseType="variant">
      <vt:variant>
        <vt:lpstr>Theme</vt:lpstr>
      </vt:variant>
      <vt:variant>
        <vt:i4>1</vt:i4>
      </vt:variant>
      <vt:variant>
        <vt:lpstr>Slide Titles</vt:lpstr>
      </vt:variant>
      <vt:variant>
        <vt:i4>22</vt:i4>
      </vt:variant>
    </vt:vector>
  </HeadingPairs>
  <TitlesOfParts>
    <vt:vector size="23" baseType="lpstr">
      <vt:lpstr>Celestial</vt:lpstr>
      <vt:lpstr>PowerPoint Presentation</vt:lpstr>
      <vt:lpstr>Introduction </vt:lpstr>
      <vt:lpstr>Used items </vt:lpstr>
      <vt:lpstr>Arduino</vt:lpstr>
      <vt:lpstr>Dht 11 sensor </vt:lpstr>
      <vt:lpstr>Voltage regulating ic</vt:lpstr>
      <vt:lpstr>Mini computer</vt:lpstr>
      <vt:lpstr>12v12ah battery</vt:lpstr>
      <vt:lpstr>IR sensor</vt:lpstr>
      <vt:lpstr>Hc05 Bluetooth module</vt:lpstr>
      <vt:lpstr>Stepdown buck convertor</vt:lpstr>
      <vt:lpstr>L293D motor driver</vt:lpstr>
      <vt:lpstr>12v30rpm motor</vt:lpstr>
      <vt:lpstr>10a12v dc charger</vt:lpstr>
      <vt:lpstr>10*4 daimentions tire</vt:lpstr>
      <vt:lpstr>360 freewheels</vt:lpstr>
      <vt:lpstr>Mg995 servo motor</vt:lpstr>
      <vt:lpstr>Microphone</vt:lpstr>
      <vt:lpstr>4 ohm 3 v speaker</vt:lpstr>
      <vt:lpstr>7 inch display</vt:lpstr>
      <vt:lpstr>IR receiver</vt:lpstr>
      <vt:lpstr>Benifits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Muhammed Shameem c</dc:creator>
  <cp:lastModifiedBy>Muhammed Shameem c</cp:lastModifiedBy>
  <cp:revision>2</cp:revision>
  <dcterms:created xsi:type="dcterms:W3CDTF">2023-02-02T01:55:54Z</dcterms:created>
  <dcterms:modified xsi:type="dcterms:W3CDTF">2023-02-02T02:57:27Z</dcterms:modified>
</cp:coreProperties>
</file>